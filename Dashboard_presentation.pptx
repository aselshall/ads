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342" r:id="rId3"/>
    <p:sldId id="257" r:id="rId4"/>
    <p:sldId id="328" r:id="rId5"/>
    <p:sldId id="579" r:id="rId6"/>
    <p:sldId id="340" r:id="rId7"/>
    <p:sldId id="326" r:id="rId8"/>
    <p:sldId id="582" r:id="rId9"/>
    <p:sldId id="583" r:id="rId10"/>
    <p:sldId id="339" r:id="rId11"/>
    <p:sldId id="574" r:id="rId12"/>
    <p:sldId id="5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2768"/>
    <a:srgbClr val="0F6621"/>
    <a:srgbClr val="2E4673"/>
    <a:srgbClr val="3772A1"/>
    <a:srgbClr val="8E587B"/>
    <a:srgbClr val="885075"/>
    <a:srgbClr val="FDDE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6CE872-A061-4CCB-9712-14FDD0BADCB2}" v="275" dt="2026-08-28T13:22:35.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48683" autoAdjust="0"/>
  </p:normalViewPr>
  <p:slideViewPr>
    <p:cSldViewPr snapToGrid="0">
      <p:cViewPr varScale="1">
        <p:scale>
          <a:sx n="53" d="100"/>
          <a:sy n="53" d="100"/>
        </p:scale>
        <p:origin x="2748" y="72"/>
      </p:cViewPr>
      <p:guideLst/>
    </p:cSldViewPr>
  </p:slideViewPr>
  <p:notesTextViewPr>
    <p:cViewPr>
      <p:scale>
        <a:sx n="3" d="2"/>
        <a:sy n="3" d="2"/>
      </p:scale>
      <p:origin x="0" y="0"/>
    </p:cViewPr>
  </p:notesTextViewPr>
  <p:notesViewPr>
    <p:cSldViewPr snapToGrid="0">
      <p:cViewPr varScale="1">
        <p:scale>
          <a:sx n="85" d="100"/>
          <a:sy n="85" d="100"/>
        </p:scale>
        <p:origin x="388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shall, Ahmed" userId="d8fa4c7b-1b1d-4a60-8af4-3c19b6d9ea5d" providerId="ADAL" clId="{B7C235DD-3508-44CE-BF17-E028CDC8A755}"/>
    <pc:docChg chg="undo custSel addSld delSld modSld sldOrd">
      <pc:chgData name="Elshall, Ahmed" userId="d8fa4c7b-1b1d-4a60-8af4-3c19b6d9ea5d" providerId="ADAL" clId="{B7C235DD-3508-44CE-BF17-E028CDC8A755}" dt="2026-08-28T13:25:47.499" v="1372" actId="1037"/>
      <pc:docMkLst>
        <pc:docMk/>
      </pc:docMkLst>
      <pc:sldChg chg="addSp delSp modSp mod">
        <pc:chgData name="Elshall, Ahmed" userId="d8fa4c7b-1b1d-4a60-8af4-3c19b6d9ea5d" providerId="ADAL" clId="{B7C235DD-3508-44CE-BF17-E028CDC8A755}" dt="2026-08-27T18:10:13.587" v="408" actId="1036"/>
        <pc:sldMkLst>
          <pc:docMk/>
          <pc:sldMk cId="3052212644" sldId="257"/>
        </pc:sldMkLst>
        <pc:spChg chg="mod">
          <ac:chgData name="Elshall, Ahmed" userId="d8fa4c7b-1b1d-4a60-8af4-3c19b6d9ea5d" providerId="ADAL" clId="{B7C235DD-3508-44CE-BF17-E028CDC8A755}" dt="2026-08-27T18:09:59.723" v="356" actId="1037"/>
          <ac:spMkLst>
            <pc:docMk/>
            <pc:sldMk cId="3052212644" sldId="257"/>
            <ac:spMk id="19" creationId="{642F5CF9-FB86-3420-6A56-04E0ABE695B3}"/>
          </ac:spMkLst>
        </pc:spChg>
        <pc:spChg chg="mod">
          <ac:chgData name="Elshall, Ahmed" userId="d8fa4c7b-1b1d-4a60-8af4-3c19b6d9ea5d" providerId="ADAL" clId="{B7C235DD-3508-44CE-BF17-E028CDC8A755}" dt="2026-08-27T18:09:59.723" v="356" actId="1037"/>
          <ac:spMkLst>
            <pc:docMk/>
            <pc:sldMk cId="3052212644" sldId="257"/>
            <ac:spMk id="20" creationId="{BC33E199-C717-97FD-CD75-901063B112FF}"/>
          </ac:spMkLst>
        </pc:spChg>
        <pc:spChg chg="add del">
          <ac:chgData name="Elshall, Ahmed" userId="d8fa4c7b-1b1d-4a60-8af4-3c19b6d9ea5d" providerId="ADAL" clId="{B7C235DD-3508-44CE-BF17-E028CDC8A755}" dt="2026-08-27T18:09:43.563" v="316" actId="478"/>
          <ac:spMkLst>
            <pc:docMk/>
            <pc:sldMk cId="3052212644" sldId="257"/>
            <ac:spMk id="21" creationId="{48CE3E7A-80D6-8AA3-8BAB-CA75A01AD71F}"/>
          </ac:spMkLst>
        </pc:spChg>
        <pc:grpChg chg="mod">
          <ac:chgData name="Elshall, Ahmed" userId="d8fa4c7b-1b1d-4a60-8af4-3c19b6d9ea5d" providerId="ADAL" clId="{B7C235DD-3508-44CE-BF17-E028CDC8A755}" dt="2026-08-27T18:10:13.587" v="408" actId="1036"/>
          <ac:grpSpMkLst>
            <pc:docMk/>
            <pc:sldMk cId="3052212644" sldId="257"/>
            <ac:grpSpMk id="5" creationId="{32E5F3F8-922C-56E0-D841-8C808590C15E}"/>
          </ac:grpSpMkLst>
        </pc:grpChg>
        <pc:picChg chg="mod">
          <ac:chgData name="Elshall, Ahmed" userId="d8fa4c7b-1b1d-4a60-8af4-3c19b6d9ea5d" providerId="ADAL" clId="{B7C235DD-3508-44CE-BF17-E028CDC8A755}" dt="2026-08-27T18:09:59.723" v="356" actId="1037"/>
          <ac:picMkLst>
            <pc:docMk/>
            <pc:sldMk cId="3052212644" sldId="257"/>
            <ac:picMk id="14" creationId="{85D6F2B8-5866-3D73-52C6-E76707FFDC27}"/>
          </ac:picMkLst>
        </pc:picChg>
        <pc:picChg chg="add del">
          <ac:chgData name="Elshall, Ahmed" userId="d8fa4c7b-1b1d-4a60-8af4-3c19b6d9ea5d" providerId="ADAL" clId="{B7C235DD-3508-44CE-BF17-E028CDC8A755}" dt="2026-08-27T18:09:40.539" v="315" actId="478"/>
          <ac:picMkLst>
            <pc:docMk/>
            <pc:sldMk cId="3052212644" sldId="257"/>
            <ac:picMk id="15" creationId="{4B4A4AEE-A691-4048-489D-2FF4103685A1}"/>
          </ac:picMkLst>
        </pc:picChg>
        <pc:picChg chg="mod">
          <ac:chgData name="Elshall, Ahmed" userId="d8fa4c7b-1b1d-4a60-8af4-3c19b6d9ea5d" providerId="ADAL" clId="{B7C235DD-3508-44CE-BF17-E028CDC8A755}" dt="2026-08-27T18:09:59.723" v="356" actId="1037"/>
          <ac:picMkLst>
            <pc:docMk/>
            <pc:sldMk cId="3052212644" sldId="257"/>
            <ac:picMk id="18" creationId="{B5B164FB-7F74-2EB8-B944-2F0403862479}"/>
          </ac:picMkLst>
        </pc:picChg>
      </pc:sldChg>
      <pc:sldChg chg="addSp delSp modSp mod">
        <pc:chgData name="Elshall, Ahmed" userId="d8fa4c7b-1b1d-4a60-8af4-3c19b6d9ea5d" providerId="ADAL" clId="{B7C235DD-3508-44CE-BF17-E028CDC8A755}" dt="2026-08-28T13:25:47.499" v="1372" actId="1037"/>
        <pc:sldMkLst>
          <pc:docMk/>
          <pc:sldMk cId="2080916110" sldId="326"/>
        </pc:sldMkLst>
        <pc:spChg chg="mod">
          <ac:chgData name="Elshall, Ahmed" userId="d8fa4c7b-1b1d-4a60-8af4-3c19b6d9ea5d" providerId="ADAL" clId="{B7C235DD-3508-44CE-BF17-E028CDC8A755}" dt="2026-08-28T13:25:47.499" v="1372" actId="1037"/>
          <ac:spMkLst>
            <pc:docMk/>
            <pc:sldMk cId="2080916110" sldId="326"/>
            <ac:spMk id="6" creationId="{5F57099F-ACDB-7B49-1C8F-33FC4289404F}"/>
          </ac:spMkLst>
        </pc:spChg>
      </pc:sldChg>
      <pc:sldChg chg="modSp mod modAnim">
        <pc:chgData name="Elshall, Ahmed" userId="d8fa4c7b-1b1d-4a60-8af4-3c19b6d9ea5d" providerId="ADAL" clId="{B7C235DD-3508-44CE-BF17-E028CDC8A755}" dt="2026-08-27T18:42:44.482" v="1014" actId="20577"/>
        <pc:sldMkLst>
          <pc:docMk/>
          <pc:sldMk cId="2303717678" sldId="339"/>
        </pc:sldMkLst>
        <pc:spChg chg="mod">
          <ac:chgData name="Elshall, Ahmed" userId="d8fa4c7b-1b1d-4a60-8af4-3c19b6d9ea5d" providerId="ADAL" clId="{B7C235DD-3508-44CE-BF17-E028CDC8A755}" dt="2026-08-27T18:42:44.482" v="1014" actId="20577"/>
          <ac:spMkLst>
            <pc:docMk/>
            <pc:sldMk cId="2303717678" sldId="339"/>
            <ac:spMk id="3" creationId="{65254005-5E7E-F2C1-30DC-14BD45CD74F4}"/>
          </ac:spMkLst>
        </pc:spChg>
      </pc:sldChg>
      <pc:sldChg chg="addSp delSp modSp mod ord">
        <pc:chgData name="Elshall, Ahmed" userId="d8fa4c7b-1b1d-4a60-8af4-3c19b6d9ea5d" providerId="ADAL" clId="{B7C235DD-3508-44CE-BF17-E028CDC8A755}" dt="2026-08-28T13:24:26.862" v="1339" actId="20577"/>
        <pc:sldMkLst>
          <pc:docMk/>
          <pc:sldMk cId="2643294078" sldId="340"/>
        </pc:sldMkLst>
        <pc:spChg chg="mod">
          <ac:chgData name="Elshall, Ahmed" userId="d8fa4c7b-1b1d-4a60-8af4-3c19b6d9ea5d" providerId="ADAL" clId="{B7C235DD-3508-44CE-BF17-E028CDC8A755}" dt="2026-08-28T13:24:26.862" v="1339" actId="20577"/>
          <ac:spMkLst>
            <pc:docMk/>
            <pc:sldMk cId="2643294078" sldId="340"/>
            <ac:spMk id="2" creationId="{D1BFAEA0-2B61-EA11-0631-A3C64914317E}"/>
          </ac:spMkLst>
        </pc:spChg>
        <pc:spChg chg="add del mod">
          <ac:chgData name="Elshall, Ahmed" userId="d8fa4c7b-1b1d-4a60-8af4-3c19b6d9ea5d" providerId="ADAL" clId="{B7C235DD-3508-44CE-BF17-E028CDC8A755}" dt="2026-08-27T18:27:43.433" v="832" actId="478"/>
          <ac:spMkLst>
            <pc:docMk/>
            <pc:sldMk cId="2643294078" sldId="340"/>
            <ac:spMk id="3" creationId="{1FA40352-65C7-A378-2BD5-8ED854672E8C}"/>
          </ac:spMkLst>
        </pc:spChg>
      </pc:sldChg>
      <pc:sldChg chg="modSp mod">
        <pc:chgData name="Elshall, Ahmed" userId="d8fa4c7b-1b1d-4a60-8af4-3c19b6d9ea5d" providerId="ADAL" clId="{B7C235DD-3508-44CE-BF17-E028CDC8A755}" dt="2026-08-26T16:18:58.729" v="97" actId="1038"/>
        <pc:sldMkLst>
          <pc:docMk/>
          <pc:sldMk cId="4225413692" sldId="342"/>
        </pc:sldMkLst>
        <pc:spChg chg="mod">
          <ac:chgData name="Elshall, Ahmed" userId="d8fa4c7b-1b1d-4a60-8af4-3c19b6d9ea5d" providerId="ADAL" clId="{B7C235DD-3508-44CE-BF17-E028CDC8A755}" dt="2026-08-26T16:18:58.729" v="97" actId="1038"/>
          <ac:spMkLst>
            <pc:docMk/>
            <pc:sldMk cId="4225413692" sldId="342"/>
            <ac:spMk id="7" creationId="{127D0DFA-1A7D-2B32-BA91-D1C14C168AAB}"/>
          </ac:spMkLst>
        </pc:spChg>
        <pc:picChg chg="mod">
          <ac:chgData name="Elshall, Ahmed" userId="d8fa4c7b-1b1d-4a60-8af4-3c19b6d9ea5d" providerId="ADAL" clId="{B7C235DD-3508-44CE-BF17-E028CDC8A755}" dt="2026-08-26T16:18:49.715" v="93" actId="14100"/>
          <ac:picMkLst>
            <pc:docMk/>
            <pc:sldMk cId="4225413692" sldId="342"/>
            <ac:picMk id="4" creationId="{1086E723-4E2D-9121-3295-DC7709BEC198}"/>
          </ac:picMkLst>
        </pc:picChg>
      </pc:sldChg>
      <pc:sldChg chg="addSp delSp modSp mod">
        <pc:chgData name="Elshall, Ahmed" userId="d8fa4c7b-1b1d-4a60-8af4-3c19b6d9ea5d" providerId="ADAL" clId="{B7C235DD-3508-44CE-BF17-E028CDC8A755}" dt="2026-08-27T18:41:35.933" v="1001" actId="1076"/>
        <pc:sldMkLst>
          <pc:docMk/>
          <pc:sldMk cId="393260235" sldId="574"/>
        </pc:sldMkLst>
        <pc:spChg chg="del mod">
          <ac:chgData name="Elshall, Ahmed" userId="d8fa4c7b-1b1d-4a60-8af4-3c19b6d9ea5d" providerId="ADAL" clId="{B7C235DD-3508-44CE-BF17-E028CDC8A755}" dt="2026-08-27T18:40:04.748" v="956" actId="478"/>
          <ac:spMkLst>
            <pc:docMk/>
            <pc:sldMk cId="393260235" sldId="574"/>
            <ac:spMk id="3" creationId="{92BF5A0B-AE30-1D05-050F-DE401DAD7A23}"/>
          </ac:spMkLst>
        </pc:spChg>
        <pc:spChg chg="mod">
          <ac:chgData name="Elshall, Ahmed" userId="d8fa4c7b-1b1d-4a60-8af4-3c19b6d9ea5d" providerId="ADAL" clId="{B7C235DD-3508-44CE-BF17-E028CDC8A755}" dt="2026-08-26T16:22:27.575" v="145" actId="20577"/>
          <ac:spMkLst>
            <pc:docMk/>
            <pc:sldMk cId="393260235" sldId="574"/>
            <ac:spMk id="5" creationId="{8BB2D732-FAFE-DFFE-3DAD-536CA6DBCE95}"/>
          </ac:spMkLst>
        </pc:spChg>
        <pc:spChg chg="add mod">
          <ac:chgData name="Elshall, Ahmed" userId="d8fa4c7b-1b1d-4a60-8af4-3c19b6d9ea5d" providerId="ADAL" clId="{B7C235DD-3508-44CE-BF17-E028CDC8A755}" dt="2026-08-27T18:40:04.748" v="956" actId="478"/>
          <ac:spMkLst>
            <pc:docMk/>
            <pc:sldMk cId="393260235" sldId="574"/>
            <ac:spMk id="6" creationId="{CABFE59D-C35D-19BF-A13C-EB5FFDB838C5}"/>
          </ac:spMkLst>
        </pc:spChg>
        <pc:spChg chg="add mod">
          <ac:chgData name="Elshall, Ahmed" userId="d8fa4c7b-1b1d-4a60-8af4-3c19b6d9ea5d" providerId="ADAL" clId="{B7C235DD-3508-44CE-BF17-E028CDC8A755}" dt="2026-08-27T18:40:59.070" v="993" actId="122"/>
          <ac:spMkLst>
            <pc:docMk/>
            <pc:sldMk cId="393260235" sldId="574"/>
            <ac:spMk id="10" creationId="{900B0BC3-9A05-A465-7B8C-47BBC94E21BF}"/>
          </ac:spMkLst>
        </pc:spChg>
        <pc:spChg chg="mod">
          <ac:chgData name="Elshall, Ahmed" userId="d8fa4c7b-1b1d-4a60-8af4-3c19b6d9ea5d" providerId="ADAL" clId="{B7C235DD-3508-44CE-BF17-E028CDC8A755}" dt="2026-08-27T18:39:16.776" v="946" actId="1035"/>
          <ac:spMkLst>
            <pc:docMk/>
            <pc:sldMk cId="393260235" sldId="574"/>
            <ac:spMk id="21" creationId="{37908239-CFE3-91E2-2D2F-E60EF9FEC611}"/>
          </ac:spMkLst>
        </pc:spChg>
        <pc:grpChg chg="add mod">
          <ac:chgData name="Elshall, Ahmed" userId="d8fa4c7b-1b1d-4a60-8af4-3c19b6d9ea5d" providerId="ADAL" clId="{B7C235DD-3508-44CE-BF17-E028CDC8A755}" dt="2026-08-27T18:41:35.933" v="1001" actId="1076"/>
          <ac:grpSpMkLst>
            <pc:docMk/>
            <pc:sldMk cId="393260235" sldId="574"/>
            <ac:grpSpMk id="11" creationId="{ADCAA4CE-BB1F-C69B-A4CC-4B6227EFDA61}"/>
          </ac:grpSpMkLst>
        </pc:grpChg>
        <pc:picChg chg="del mod">
          <ac:chgData name="Elshall, Ahmed" userId="d8fa4c7b-1b1d-4a60-8af4-3c19b6d9ea5d" providerId="ADAL" clId="{B7C235DD-3508-44CE-BF17-E028CDC8A755}" dt="2026-08-27T18:40:02.489" v="955" actId="478"/>
          <ac:picMkLst>
            <pc:docMk/>
            <pc:sldMk cId="393260235" sldId="574"/>
            <ac:picMk id="2" creationId="{4EDFE31E-4144-C198-08D8-2BE6168CB8BA}"/>
          </ac:picMkLst>
        </pc:picChg>
        <pc:picChg chg="add mod">
          <ac:chgData name="Elshall, Ahmed" userId="d8fa4c7b-1b1d-4a60-8af4-3c19b6d9ea5d" providerId="ADAL" clId="{B7C235DD-3508-44CE-BF17-E028CDC8A755}" dt="2026-08-27T18:40:45.135" v="983" actId="164"/>
          <ac:picMkLst>
            <pc:docMk/>
            <pc:sldMk cId="393260235" sldId="574"/>
            <ac:picMk id="8" creationId="{6E40A1DB-E197-A8F4-39F3-591DD468DB38}"/>
          </ac:picMkLst>
        </pc:picChg>
        <pc:picChg chg="mod">
          <ac:chgData name="Elshall, Ahmed" userId="d8fa4c7b-1b1d-4a60-8af4-3c19b6d9ea5d" providerId="ADAL" clId="{B7C235DD-3508-44CE-BF17-E028CDC8A755}" dt="2026-08-26T16:23:11.982" v="174" actId="1036"/>
          <ac:picMkLst>
            <pc:docMk/>
            <pc:sldMk cId="393260235" sldId="574"/>
            <ac:picMk id="44" creationId="{BAEC3255-3B45-38DE-158A-A1D0D0E6A22D}"/>
          </ac:picMkLst>
        </pc:picChg>
      </pc:sldChg>
      <pc:sldChg chg="modSp mod">
        <pc:chgData name="Elshall, Ahmed" userId="d8fa4c7b-1b1d-4a60-8af4-3c19b6d9ea5d" providerId="ADAL" clId="{B7C235DD-3508-44CE-BF17-E028CDC8A755}" dt="2026-08-27T18:39:45.257" v="954" actId="1036"/>
        <pc:sldMkLst>
          <pc:docMk/>
          <pc:sldMk cId="1648217737" sldId="578"/>
        </pc:sldMkLst>
        <pc:spChg chg="mod">
          <ac:chgData name="Elshall, Ahmed" userId="d8fa4c7b-1b1d-4a60-8af4-3c19b6d9ea5d" providerId="ADAL" clId="{B7C235DD-3508-44CE-BF17-E028CDC8A755}" dt="2026-08-27T18:39:45.257" v="954" actId="1036"/>
          <ac:spMkLst>
            <pc:docMk/>
            <pc:sldMk cId="1648217737" sldId="578"/>
            <ac:spMk id="5" creationId="{07498DC1-5EA4-932C-3E6D-31A84502B53E}"/>
          </ac:spMkLst>
        </pc:spChg>
      </pc:sldChg>
      <pc:sldChg chg="addSp delSp modSp mod delAnim modAnim modNotesTx">
        <pc:chgData name="Elshall, Ahmed" userId="d8fa4c7b-1b1d-4a60-8af4-3c19b6d9ea5d" providerId="ADAL" clId="{B7C235DD-3508-44CE-BF17-E028CDC8A755}" dt="2026-08-28T13:17:06.419" v="1268" actId="113"/>
        <pc:sldMkLst>
          <pc:docMk/>
          <pc:sldMk cId="670388791" sldId="579"/>
        </pc:sldMkLst>
        <pc:spChg chg="add mod">
          <ac:chgData name="Elshall, Ahmed" userId="d8fa4c7b-1b1d-4a60-8af4-3c19b6d9ea5d" providerId="ADAL" clId="{B7C235DD-3508-44CE-BF17-E028CDC8A755}" dt="2026-08-27T18:27:13.365" v="830" actId="1038"/>
          <ac:spMkLst>
            <pc:docMk/>
            <pc:sldMk cId="670388791" sldId="579"/>
            <ac:spMk id="3" creationId="{AE7BA2D2-1322-3E99-51EB-ADE05DFD60F6}"/>
          </ac:spMkLst>
        </pc:spChg>
        <pc:spChg chg="add mod">
          <ac:chgData name="Elshall, Ahmed" userId="d8fa4c7b-1b1d-4a60-8af4-3c19b6d9ea5d" providerId="ADAL" clId="{B7C235DD-3508-44CE-BF17-E028CDC8A755}" dt="2026-08-27T18:27:13.365" v="830" actId="1038"/>
          <ac:spMkLst>
            <pc:docMk/>
            <pc:sldMk cId="670388791" sldId="579"/>
            <ac:spMk id="5" creationId="{2945CAF9-07D6-0E5A-67CA-0864B22C9425}"/>
          </ac:spMkLst>
        </pc:spChg>
        <pc:spChg chg="add mod">
          <ac:chgData name="Elshall, Ahmed" userId="d8fa4c7b-1b1d-4a60-8af4-3c19b6d9ea5d" providerId="ADAL" clId="{B7C235DD-3508-44CE-BF17-E028CDC8A755}" dt="2026-08-27T18:27:13.365" v="830" actId="1038"/>
          <ac:spMkLst>
            <pc:docMk/>
            <pc:sldMk cId="670388791" sldId="579"/>
            <ac:spMk id="7" creationId="{EE94D1FA-0F5C-087A-98FF-135D6107999F}"/>
          </ac:spMkLst>
        </pc:spChg>
        <pc:spChg chg="add del mod">
          <ac:chgData name="Elshall, Ahmed" userId="d8fa4c7b-1b1d-4a60-8af4-3c19b6d9ea5d" providerId="ADAL" clId="{B7C235DD-3508-44CE-BF17-E028CDC8A755}" dt="2026-08-27T18:27:13.365" v="830" actId="1038"/>
          <ac:spMkLst>
            <pc:docMk/>
            <pc:sldMk cId="670388791" sldId="579"/>
            <ac:spMk id="9" creationId="{CE624EFD-828D-09A8-C438-E1EBA6A485E7}"/>
          </ac:spMkLst>
        </pc:spChg>
        <pc:spChg chg="add del mod">
          <ac:chgData name="Elshall, Ahmed" userId="d8fa4c7b-1b1d-4a60-8af4-3c19b6d9ea5d" providerId="ADAL" clId="{B7C235DD-3508-44CE-BF17-E028CDC8A755}" dt="2026-08-27T18:27:13.365" v="830" actId="1038"/>
          <ac:spMkLst>
            <pc:docMk/>
            <pc:sldMk cId="670388791" sldId="579"/>
            <ac:spMk id="12" creationId="{D3E190AE-C569-969F-14F1-4C3502B69925}"/>
          </ac:spMkLst>
        </pc:spChg>
        <pc:spChg chg="add mod">
          <ac:chgData name="Elshall, Ahmed" userId="d8fa4c7b-1b1d-4a60-8af4-3c19b6d9ea5d" providerId="ADAL" clId="{B7C235DD-3508-44CE-BF17-E028CDC8A755}" dt="2026-08-27T18:27:13.365" v="830" actId="1038"/>
          <ac:spMkLst>
            <pc:docMk/>
            <pc:sldMk cId="670388791" sldId="579"/>
            <ac:spMk id="13" creationId="{177CFF37-EF0A-7432-ABB6-5A5D2F2CF7F4}"/>
          </ac:spMkLst>
        </pc:spChg>
        <pc:spChg chg="mod">
          <ac:chgData name="Elshall, Ahmed" userId="d8fa4c7b-1b1d-4a60-8af4-3c19b6d9ea5d" providerId="ADAL" clId="{B7C235DD-3508-44CE-BF17-E028CDC8A755}" dt="2026-08-27T18:27:13.365" v="830" actId="1038"/>
          <ac:spMkLst>
            <pc:docMk/>
            <pc:sldMk cId="670388791" sldId="579"/>
            <ac:spMk id="16" creationId="{762FDA97-45B4-0570-5A05-70F3036EFC02}"/>
          </ac:spMkLst>
        </pc:spChg>
        <pc:spChg chg="mod">
          <ac:chgData name="Elshall, Ahmed" userId="d8fa4c7b-1b1d-4a60-8af4-3c19b6d9ea5d" providerId="ADAL" clId="{B7C235DD-3508-44CE-BF17-E028CDC8A755}" dt="2026-08-27T18:27:13.365" v="830" actId="1038"/>
          <ac:spMkLst>
            <pc:docMk/>
            <pc:sldMk cId="670388791" sldId="579"/>
            <ac:spMk id="18" creationId="{23CB10DE-992C-9645-40E4-922A04F7FC4B}"/>
          </ac:spMkLst>
        </pc:spChg>
        <pc:spChg chg="add mod">
          <ac:chgData name="Elshall, Ahmed" userId="d8fa4c7b-1b1d-4a60-8af4-3c19b6d9ea5d" providerId="ADAL" clId="{B7C235DD-3508-44CE-BF17-E028CDC8A755}" dt="2026-08-27T18:27:13.365" v="830" actId="1038"/>
          <ac:spMkLst>
            <pc:docMk/>
            <pc:sldMk cId="670388791" sldId="579"/>
            <ac:spMk id="19" creationId="{FCFC4762-84B2-D4FE-F5BF-5A7D2C0A0E82}"/>
          </ac:spMkLst>
        </pc:spChg>
        <pc:spChg chg="mod">
          <ac:chgData name="Elshall, Ahmed" userId="d8fa4c7b-1b1d-4a60-8af4-3c19b6d9ea5d" providerId="ADAL" clId="{B7C235DD-3508-44CE-BF17-E028CDC8A755}" dt="2026-08-27T18:24:56.322" v="733" actId="1036"/>
          <ac:spMkLst>
            <pc:docMk/>
            <pc:sldMk cId="670388791" sldId="579"/>
            <ac:spMk id="20" creationId="{CAAB840C-97C1-430F-C3DE-B9E230421DC8}"/>
          </ac:spMkLst>
        </pc:spChg>
        <pc:spChg chg="mod">
          <ac:chgData name="Elshall, Ahmed" userId="d8fa4c7b-1b1d-4a60-8af4-3c19b6d9ea5d" providerId="ADAL" clId="{B7C235DD-3508-44CE-BF17-E028CDC8A755}" dt="2026-08-27T18:30:43.908" v="916" actId="255"/>
          <ac:spMkLst>
            <pc:docMk/>
            <pc:sldMk cId="670388791" sldId="579"/>
            <ac:spMk id="21" creationId="{1290AC56-5C6D-A457-3C9A-33A66FE11896}"/>
          </ac:spMkLst>
        </pc:spChg>
        <pc:spChg chg="add mod">
          <ac:chgData name="Elshall, Ahmed" userId="d8fa4c7b-1b1d-4a60-8af4-3c19b6d9ea5d" providerId="ADAL" clId="{B7C235DD-3508-44CE-BF17-E028CDC8A755}" dt="2026-08-27T18:27:13.365" v="830" actId="1038"/>
          <ac:spMkLst>
            <pc:docMk/>
            <pc:sldMk cId="670388791" sldId="579"/>
            <ac:spMk id="22" creationId="{E39497F1-13BA-15EC-472C-BDA256ED3E9E}"/>
          </ac:spMkLst>
        </pc:spChg>
        <pc:picChg chg="mod modCrop">
          <ac:chgData name="Elshall, Ahmed" userId="d8fa4c7b-1b1d-4a60-8af4-3c19b6d9ea5d" providerId="ADAL" clId="{B7C235DD-3508-44CE-BF17-E028CDC8A755}" dt="2026-08-27T18:25:15.765" v="736" actId="554"/>
          <ac:picMkLst>
            <pc:docMk/>
            <pc:sldMk cId="670388791" sldId="579"/>
            <ac:picMk id="4" creationId="{9CEB2915-E457-182E-94AF-A7E7A01F4A26}"/>
          </ac:picMkLst>
        </pc:picChg>
        <pc:picChg chg="mod modCrop">
          <ac:chgData name="Elshall, Ahmed" userId="d8fa4c7b-1b1d-4a60-8af4-3c19b6d9ea5d" providerId="ADAL" clId="{B7C235DD-3508-44CE-BF17-E028CDC8A755}" dt="2026-08-27T18:25:15.765" v="736" actId="554"/>
          <ac:picMkLst>
            <pc:docMk/>
            <pc:sldMk cId="670388791" sldId="579"/>
            <ac:picMk id="6" creationId="{44CC3640-EDED-DE6B-1F64-06FD4C79A935}"/>
          </ac:picMkLst>
        </pc:picChg>
        <pc:picChg chg="mod modCrop">
          <ac:chgData name="Elshall, Ahmed" userId="d8fa4c7b-1b1d-4a60-8af4-3c19b6d9ea5d" providerId="ADAL" clId="{B7C235DD-3508-44CE-BF17-E028CDC8A755}" dt="2026-08-27T18:27:03.797" v="795" actId="1037"/>
          <ac:picMkLst>
            <pc:docMk/>
            <pc:sldMk cId="670388791" sldId="579"/>
            <ac:picMk id="10" creationId="{9E55C1DB-817B-AD5C-51E0-8D2730FFD9C3}"/>
          </ac:picMkLst>
        </pc:picChg>
        <pc:picChg chg="add del mod">
          <ac:chgData name="Elshall, Ahmed" userId="d8fa4c7b-1b1d-4a60-8af4-3c19b6d9ea5d" providerId="ADAL" clId="{B7C235DD-3508-44CE-BF17-E028CDC8A755}" dt="2026-08-27T18:17:04.434" v="542" actId="478"/>
          <ac:picMkLst>
            <pc:docMk/>
            <pc:sldMk cId="670388791" sldId="579"/>
            <ac:picMk id="15" creationId="{90DAD0C2-AA59-9D4E-FB56-508C50278383}"/>
          </ac:picMkLst>
        </pc:picChg>
        <pc:picChg chg="add del mod">
          <ac:chgData name="Elshall, Ahmed" userId="d8fa4c7b-1b1d-4a60-8af4-3c19b6d9ea5d" providerId="ADAL" clId="{B7C235DD-3508-44CE-BF17-E028CDC8A755}" dt="2026-08-27T18:17:10.536" v="547" actId="478"/>
          <ac:picMkLst>
            <pc:docMk/>
            <pc:sldMk cId="670388791" sldId="579"/>
            <ac:picMk id="17" creationId="{7080A6A6-12DD-B997-E721-D29570B35593}"/>
          </ac:picMkLst>
        </pc:picChg>
      </pc:sldChg>
      <pc:sldChg chg="addSp modSp mod">
        <pc:chgData name="Elshall, Ahmed" userId="d8fa4c7b-1b1d-4a60-8af4-3c19b6d9ea5d" providerId="ADAL" clId="{B7C235DD-3508-44CE-BF17-E028CDC8A755}" dt="2026-08-27T18:29:53.103" v="915" actId="1076"/>
        <pc:sldMkLst>
          <pc:docMk/>
          <pc:sldMk cId="984308568" sldId="583"/>
        </pc:sldMkLst>
        <pc:spChg chg="mod">
          <ac:chgData name="Elshall, Ahmed" userId="d8fa4c7b-1b1d-4a60-8af4-3c19b6d9ea5d" providerId="ADAL" clId="{B7C235DD-3508-44CE-BF17-E028CDC8A755}" dt="2026-08-27T18:29:08.169" v="891" actId="20577"/>
          <ac:spMkLst>
            <pc:docMk/>
            <pc:sldMk cId="984308568" sldId="583"/>
            <ac:spMk id="6" creationId="{9856AA38-98DD-7E44-EBC1-EF50EB7AE556}"/>
          </ac:spMkLst>
        </pc:spChg>
        <pc:picChg chg="add mod">
          <ac:chgData name="Elshall, Ahmed" userId="d8fa4c7b-1b1d-4a60-8af4-3c19b6d9ea5d" providerId="ADAL" clId="{B7C235DD-3508-44CE-BF17-E028CDC8A755}" dt="2026-08-27T18:29:53.103" v="915" actId="1076"/>
          <ac:picMkLst>
            <pc:docMk/>
            <pc:sldMk cId="984308568" sldId="583"/>
            <ac:picMk id="4" creationId="{43925BD9-C232-B84F-D483-F2C9E74D9D96}"/>
          </ac:picMkLst>
        </pc:picChg>
        <pc:picChg chg="mod">
          <ac:chgData name="Elshall, Ahmed" userId="d8fa4c7b-1b1d-4a60-8af4-3c19b6d9ea5d" providerId="ADAL" clId="{B7C235DD-3508-44CE-BF17-E028CDC8A755}" dt="2026-08-27T18:29:51.006" v="914" actId="1076"/>
          <ac:picMkLst>
            <pc:docMk/>
            <pc:sldMk cId="984308568" sldId="583"/>
            <ac:picMk id="8" creationId="{A62531F7-9FA5-0D89-CB24-614D0B00331A}"/>
          </ac:picMkLst>
        </pc:picChg>
      </pc:sldChg>
    </pc:docChg>
  </pc:docChgLst>
  <pc:docChgLst>
    <pc:chgData name="Gebremedhin, Mewcha Amha" userId="S::mgebremedhin@fgcu.edu::2a0aff56-200c-49fa-8828-12c11547b4d8" providerId="AD" clId="Web-{D2E08F5B-1F5F-84AB-1254-AE360EE9129C}"/>
    <pc:docChg chg="modSld">
      <pc:chgData name="Gebremedhin, Mewcha Amha" userId="S::mgebremedhin@fgcu.edu::2a0aff56-200c-49fa-8828-12c11547b4d8" providerId="AD" clId="Web-{D2E08F5B-1F5F-84AB-1254-AE360EE9129C}" dt="2026-08-26T19:47:17.706" v="5"/>
      <pc:docMkLst>
        <pc:docMk/>
      </pc:docMkLst>
      <pc:sldChg chg="modNotes">
        <pc:chgData name="Gebremedhin, Mewcha Amha" userId="S::mgebremedhin@fgcu.edu::2a0aff56-200c-49fa-8828-12c11547b4d8" providerId="AD" clId="Web-{D2E08F5B-1F5F-84AB-1254-AE360EE9129C}" dt="2026-08-26T19:47:17.706" v="5"/>
        <pc:sldMkLst>
          <pc:docMk/>
          <pc:sldMk cId="2080916110" sldId="326"/>
        </pc:sldMkLst>
      </pc:sldChg>
    </pc:docChg>
  </pc:docChgLst>
  <pc:docChgLst>
    <pc:chgData name="Gebremedhin, Mewcha Amha" userId="2a0aff56-200c-49fa-8828-12c11547b4d8" providerId="ADAL" clId="{B7C235DD-3508-44CE-BF17-E028CDC8A755}"/>
    <pc:docChg chg="undo redo custSel addSld delSld modSld sldOrd">
      <pc:chgData name="Gebremedhin, Mewcha Amha" userId="2a0aff56-200c-49fa-8828-12c11547b4d8" providerId="ADAL" clId="{B7C235DD-3508-44CE-BF17-E028CDC8A755}" dt="2026-08-26T23:30:18.957" v="1752" actId="732"/>
      <pc:docMkLst>
        <pc:docMk/>
      </pc:docMkLst>
      <pc:sldChg chg="addSp delSp modSp mod ord modAnim modNotesTx">
        <pc:chgData name="Gebremedhin, Mewcha Amha" userId="2a0aff56-200c-49fa-8828-12c11547b4d8" providerId="ADAL" clId="{B7C235DD-3508-44CE-BF17-E028CDC8A755}" dt="2026-08-26T23:28:00.992" v="1726" actId="478"/>
        <pc:sldMkLst>
          <pc:docMk/>
          <pc:sldMk cId="2080916110" sldId="326"/>
        </pc:sldMkLst>
        <pc:spChg chg="mod">
          <ac:chgData name="Gebremedhin, Mewcha Amha" userId="2a0aff56-200c-49fa-8828-12c11547b4d8" providerId="ADAL" clId="{B7C235DD-3508-44CE-BF17-E028CDC8A755}" dt="2026-08-26T22:46:50.345" v="1421"/>
          <ac:spMkLst>
            <pc:docMk/>
            <pc:sldMk cId="2080916110" sldId="326"/>
            <ac:spMk id="6" creationId="{5F57099F-ACDB-7B49-1C8F-33FC4289404F}"/>
          </ac:spMkLst>
        </pc:spChg>
        <pc:spChg chg="add mod">
          <ac:chgData name="Gebremedhin, Mewcha Amha" userId="2a0aff56-200c-49fa-8828-12c11547b4d8" providerId="ADAL" clId="{B7C235DD-3508-44CE-BF17-E028CDC8A755}" dt="2026-08-26T23:27:57.421" v="1724" actId="1037"/>
          <ac:spMkLst>
            <pc:docMk/>
            <pc:sldMk cId="2080916110" sldId="326"/>
            <ac:spMk id="20" creationId="{45028960-C4F6-1D05-A495-79662B8DD537}"/>
          </ac:spMkLst>
        </pc:spChg>
        <pc:picChg chg="add mod modCrop">
          <ac:chgData name="Gebremedhin, Mewcha Amha" userId="2a0aff56-200c-49fa-8828-12c11547b4d8" providerId="ADAL" clId="{B7C235DD-3508-44CE-BF17-E028CDC8A755}" dt="2026-08-26T23:20:47.763" v="1477" actId="1076"/>
          <ac:picMkLst>
            <pc:docMk/>
            <pc:sldMk cId="2080916110" sldId="326"/>
            <ac:picMk id="14" creationId="{C3CCED54-35CB-0E64-95B1-6BCB0A82B770}"/>
          </ac:picMkLst>
        </pc:picChg>
        <pc:picChg chg="add mod modCrop">
          <ac:chgData name="Gebremedhin, Mewcha Amha" userId="2a0aff56-200c-49fa-8828-12c11547b4d8" providerId="ADAL" clId="{B7C235DD-3508-44CE-BF17-E028CDC8A755}" dt="2026-08-26T23:20:46.271" v="1476" actId="1076"/>
          <ac:picMkLst>
            <pc:docMk/>
            <pc:sldMk cId="2080916110" sldId="326"/>
            <ac:picMk id="18" creationId="{E847F5D6-B7B4-0321-5AD5-38D01F0078C6}"/>
          </ac:picMkLst>
        </pc:picChg>
      </pc:sldChg>
      <pc:sldChg chg="modSp modAnim">
        <pc:chgData name="Gebremedhin, Mewcha Amha" userId="2a0aff56-200c-49fa-8828-12c11547b4d8" providerId="ADAL" clId="{B7C235DD-3508-44CE-BF17-E028CDC8A755}" dt="2026-08-26T22:39:40.390" v="1315" actId="33524"/>
        <pc:sldMkLst>
          <pc:docMk/>
          <pc:sldMk cId="2303717678" sldId="339"/>
        </pc:sldMkLst>
        <pc:spChg chg="mod">
          <ac:chgData name="Gebremedhin, Mewcha Amha" userId="2a0aff56-200c-49fa-8828-12c11547b4d8" providerId="ADAL" clId="{B7C235DD-3508-44CE-BF17-E028CDC8A755}" dt="2026-08-26T22:39:40.390" v="1315" actId="33524"/>
          <ac:spMkLst>
            <pc:docMk/>
            <pc:sldMk cId="2303717678" sldId="339"/>
            <ac:spMk id="3" creationId="{65254005-5E7E-F2C1-30DC-14BD45CD74F4}"/>
          </ac:spMkLst>
        </pc:spChg>
      </pc:sldChg>
      <pc:sldChg chg="addSp delSp modSp mod delAnim modAnim modNotesTx">
        <pc:chgData name="Gebremedhin, Mewcha Amha" userId="2a0aff56-200c-49fa-8828-12c11547b4d8" providerId="ADAL" clId="{B7C235DD-3508-44CE-BF17-E028CDC8A755}" dt="2026-08-26T21:40:11.165" v="1165" actId="313"/>
        <pc:sldMkLst>
          <pc:docMk/>
          <pc:sldMk cId="2643294078" sldId="340"/>
        </pc:sldMkLst>
        <pc:spChg chg="mod">
          <ac:chgData name="Gebremedhin, Mewcha Amha" userId="2a0aff56-200c-49fa-8828-12c11547b4d8" providerId="ADAL" clId="{B7C235DD-3508-44CE-BF17-E028CDC8A755}" dt="2026-08-26T21:40:11.165" v="1165" actId="313"/>
          <ac:spMkLst>
            <pc:docMk/>
            <pc:sldMk cId="2643294078" sldId="340"/>
            <ac:spMk id="2" creationId="{D1BFAEA0-2B61-EA11-0631-A3C64914317E}"/>
          </ac:spMkLst>
        </pc:spChg>
        <pc:spChg chg="add mod">
          <ac:chgData name="Gebremedhin, Mewcha Amha" userId="2a0aff56-200c-49fa-8828-12c11547b4d8" providerId="ADAL" clId="{B7C235DD-3508-44CE-BF17-E028CDC8A755}" dt="2026-08-26T20:39:59.224" v="331" actId="1038"/>
          <ac:spMkLst>
            <pc:docMk/>
            <pc:sldMk cId="2643294078" sldId="340"/>
            <ac:spMk id="82" creationId="{EA15B85D-B67D-166C-042C-5DD68E3C4C4C}"/>
          </ac:spMkLst>
        </pc:spChg>
        <pc:spChg chg="add mod">
          <ac:chgData name="Gebremedhin, Mewcha Amha" userId="2a0aff56-200c-49fa-8828-12c11547b4d8" providerId="ADAL" clId="{B7C235DD-3508-44CE-BF17-E028CDC8A755}" dt="2026-08-26T20:42:15.908" v="334" actId="1038"/>
          <ac:spMkLst>
            <pc:docMk/>
            <pc:sldMk cId="2643294078" sldId="340"/>
            <ac:spMk id="84" creationId="{493C60B0-8C2D-3D20-C54D-D30247A5CC47}"/>
          </ac:spMkLst>
        </pc:spChg>
        <pc:picChg chg="add mod">
          <ac:chgData name="Gebremedhin, Mewcha Amha" userId="2a0aff56-200c-49fa-8828-12c11547b4d8" providerId="ADAL" clId="{B7C235DD-3508-44CE-BF17-E028CDC8A755}" dt="2026-08-26T20:38:34.349" v="313" actId="12789"/>
          <ac:picMkLst>
            <pc:docMk/>
            <pc:sldMk cId="2643294078" sldId="340"/>
            <ac:picMk id="26" creationId="{860F0D21-2507-727A-9E4C-8F6812E19150}"/>
          </ac:picMkLst>
        </pc:picChg>
        <pc:picChg chg="add mod">
          <ac:chgData name="Gebremedhin, Mewcha Amha" userId="2a0aff56-200c-49fa-8828-12c11547b4d8" providerId="ADAL" clId="{B7C235DD-3508-44CE-BF17-E028CDC8A755}" dt="2026-08-26T20:38:34.349" v="313" actId="12789"/>
          <ac:picMkLst>
            <pc:docMk/>
            <pc:sldMk cId="2643294078" sldId="340"/>
            <ac:picMk id="46" creationId="{FF53A214-EDEE-CF21-DDD1-376890E98095}"/>
          </ac:picMkLst>
        </pc:picChg>
        <pc:picChg chg="add mod">
          <ac:chgData name="Gebremedhin, Mewcha Amha" userId="2a0aff56-200c-49fa-8828-12c11547b4d8" providerId="ADAL" clId="{B7C235DD-3508-44CE-BF17-E028CDC8A755}" dt="2026-08-26T20:38:34.349" v="313" actId="12789"/>
          <ac:picMkLst>
            <pc:docMk/>
            <pc:sldMk cId="2643294078" sldId="340"/>
            <ac:picMk id="81" creationId="{B3FF4803-7BEB-FEAB-38F8-0C073F5C8FE7}"/>
          </ac:picMkLst>
        </pc:picChg>
      </pc:sldChg>
      <pc:sldChg chg="modSp mod">
        <pc:chgData name="Gebremedhin, Mewcha Amha" userId="2a0aff56-200c-49fa-8828-12c11547b4d8" providerId="ADAL" clId="{B7C235DD-3508-44CE-BF17-E028CDC8A755}" dt="2026-08-26T20:30:16.812" v="144" actId="207"/>
        <pc:sldMkLst>
          <pc:docMk/>
          <pc:sldMk cId="4225413692" sldId="342"/>
        </pc:sldMkLst>
        <pc:spChg chg="mod">
          <ac:chgData name="Gebremedhin, Mewcha Amha" userId="2a0aff56-200c-49fa-8828-12c11547b4d8" providerId="ADAL" clId="{B7C235DD-3508-44CE-BF17-E028CDC8A755}" dt="2026-08-26T20:30:16.812" v="144" actId="207"/>
          <ac:spMkLst>
            <pc:docMk/>
            <pc:sldMk cId="4225413692" sldId="342"/>
            <ac:spMk id="7" creationId="{127D0DFA-1A7D-2B32-BA91-D1C14C168AAB}"/>
          </ac:spMkLst>
        </pc:spChg>
      </pc:sldChg>
      <pc:sldChg chg="addSp delSp modSp add mod ord delAnim modAnim modNotesTx">
        <pc:chgData name="Gebremedhin, Mewcha Amha" userId="2a0aff56-200c-49fa-8828-12c11547b4d8" providerId="ADAL" clId="{B7C235DD-3508-44CE-BF17-E028CDC8A755}" dt="2026-08-26T23:27:17.528" v="1678" actId="14100"/>
        <pc:sldMkLst>
          <pc:docMk/>
          <pc:sldMk cId="670388791" sldId="579"/>
        </pc:sldMkLst>
        <pc:spChg chg="mod">
          <ac:chgData name="Gebremedhin, Mewcha Amha" userId="2a0aff56-200c-49fa-8828-12c11547b4d8" providerId="ADAL" clId="{B7C235DD-3508-44CE-BF17-E028CDC8A755}" dt="2026-08-26T21:22:46.380" v="1002" actId="20577"/>
          <ac:spMkLst>
            <pc:docMk/>
            <pc:sldMk cId="670388791" sldId="579"/>
            <ac:spMk id="2" creationId="{7026BA27-2194-F4A1-F135-F6A79DD12109}"/>
          </ac:spMkLst>
        </pc:spChg>
        <pc:spChg chg="add mod">
          <ac:chgData name="Gebremedhin, Mewcha Amha" userId="2a0aff56-200c-49fa-8828-12c11547b4d8" providerId="ADAL" clId="{B7C235DD-3508-44CE-BF17-E028CDC8A755}" dt="2026-08-26T21:41:59.348" v="1196" actId="1035"/>
          <ac:spMkLst>
            <pc:docMk/>
            <pc:sldMk cId="670388791" sldId="579"/>
            <ac:spMk id="16" creationId="{762FDA97-45B4-0570-5A05-70F3036EFC02}"/>
          </ac:spMkLst>
        </pc:spChg>
        <pc:spChg chg="add mod">
          <ac:chgData name="Gebremedhin, Mewcha Amha" userId="2a0aff56-200c-49fa-8828-12c11547b4d8" providerId="ADAL" clId="{B7C235DD-3508-44CE-BF17-E028CDC8A755}" dt="2026-08-26T21:42:02.722" v="1211" actId="1036"/>
          <ac:spMkLst>
            <pc:docMk/>
            <pc:sldMk cId="670388791" sldId="579"/>
            <ac:spMk id="18" creationId="{23CB10DE-992C-9645-40E4-922A04F7FC4B}"/>
          </ac:spMkLst>
        </pc:spChg>
        <pc:spChg chg="add del mod">
          <ac:chgData name="Gebremedhin, Mewcha Amha" userId="2a0aff56-200c-49fa-8828-12c11547b4d8" providerId="ADAL" clId="{B7C235DD-3508-44CE-BF17-E028CDC8A755}" dt="2026-08-26T21:33:58.906" v="1103" actId="1076"/>
          <ac:spMkLst>
            <pc:docMk/>
            <pc:sldMk cId="670388791" sldId="579"/>
            <ac:spMk id="20" creationId="{CAAB840C-97C1-430F-C3DE-B9E230421DC8}"/>
          </ac:spMkLst>
        </pc:spChg>
        <pc:spChg chg="add mod">
          <ac:chgData name="Gebremedhin, Mewcha Amha" userId="2a0aff56-200c-49fa-8828-12c11547b4d8" providerId="ADAL" clId="{B7C235DD-3508-44CE-BF17-E028CDC8A755}" dt="2026-08-26T23:27:17.528" v="1678" actId="14100"/>
          <ac:spMkLst>
            <pc:docMk/>
            <pc:sldMk cId="670388791" sldId="579"/>
            <ac:spMk id="21" creationId="{1290AC56-5C6D-A457-3C9A-33A66FE11896}"/>
          </ac:spMkLst>
        </pc:spChg>
        <pc:picChg chg="add mod modCrop">
          <ac:chgData name="Gebremedhin, Mewcha Amha" userId="2a0aff56-200c-49fa-8828-12c11547b4d8" providerId="ADAL" clId="{B7C235DD-3508-44CE-BF17-E028CDC8A755}" dt="2026-08-26T21:25:26.119" v="1028" actId="1038"/>
          <ac:picMkLst>
            <pc:docMk/>
            <pc:sldMk cId="670388791" sldId="579"/>
            <ac:picMk id="4" creationId="{9CEB2915-E457-182E-94AF-A7E7A01F4A26}"/>
          </ac:picMkLst>
        </pc:picChg>
        <pc:picChg chg="add mod modCrop">
          <ac:chgData name="Gebremedhin, Mewcha Amha" userId="2a0aff56-200c-49fa-8828-12c11547b4d8" providerId="ADAL" clId="{B7C235DD-3508-44CE-BF17-E028CDC8A755}" dt="2026-08-26T21:42:20.648" v="1217" actId="1038"/>
          <ac:picMkLst>
            <pc:docMk/>
            <pc:sldMk cId="670388791" sldId="579"/>
            <ac:picMk id="6" creationId="{44CC3640-EDED-DE6B-1F64-06FD4C79A935}"/>
          </ac:picMkLst>
        </pc:picChg>
        <pc:picChg chg="add mod modCrop">
          <ac:chgData name="Gebremedhin, Mewcha Amha" userId="2a0aff56-200c-49fa-8828-12c11547b4d8" providerId="ADAL" clId="{B7C235DD-3508-44CE-BF17-E028CDC8A755}" dt="2026-08-26T21:25:26.119" v="1028" actId="1038"/>
          <ac:picMkLst>
            <pc:docMk/>
            <pc:sldMk cId="670388791" sldId="579"/>
            <ac:picMk id="8" creationId="{004CD931-CCAE-D57E-5D59-D34D8A63610F}"/>
          </ac:picMkLst>
        </pc:picChg>
        <pc:picChg chg="add mod modCrop">
          <ac:chgData name="Gebremedhin, Mewcha Amha" userId="2a0aff56-200c-49fa-8828-12c11547b4d8" providerId="ADAL" clId="{B7C235DD-3508-44CE-BF17-E028CDC8A755}" dt="2026-08-26T21:36:29.323" v="1107" actId="732"/>
          <ac:picMkLst>
            <pc:docMk/>
            <pc:sldMk cId="670388791" sldId="579"/>
            <ac:picMk id="10" creationId="{9E55C1DB-817B-AD5C-51E0-8D2730FFD9C3}"/>
          </ac:picMkLst>
        </pc:picChg>
        <pc:picChg chg="add mod modCrop">
          <ac:chgData name="Gebremedhin, Mewcha Amha" userId="2a0aff56-200c-49fa-8828-12c11547b4d8" providerId="ADAL" clId="{B7C235DD-3508-44CE-BF17-E028CDC8A755}" dt="2026-08-26T21:41:32.895" v="1189" actId="1037"/>
          <ac:picMkLst>
            <pc:docMk/>
            <pc:sldMk cId="670388791" sldId="579"/>
            <ac:picMk id="14" creationId="{908A9605-06CE-1559-4245-50EB6ADA4FB7}"/>
          </ac:picMkLst>
        </pc:picChg>
      </pc:sldChg>
      <pc:sldChg chg="addSp delSp modSp add mod">
        <pc:chgData name="Gebremedhin, Mewcha Amha" userId="2a0aff56-200c-49fa-8828-12c11547b4d8" providerId="ADAL" clId="{B7C235DD-3508-44CE-BF17-E028CDC8A755}" dt="2026-08-26T23:28:33.595" v="1733" actId="1036"/>
        <pc:sldMkLst>
          <pc:docMk/>
          <pc:sldMk cId="1146919282" sldId="582"/>
        </pc:sldMkLst>
        <pc:spChg chg="mod">
          <ac:chgData name="Gebremedhin, Mewcha Amha" userId="2a0aff56-200c-49fa-8828-12c11547b4d8" providerId="ADAL" clId="{B7C235DD-3508-44CE-BF17-E028CDC8A755}" dt="2026-08-26T23:21:14.983" v="1490" actId="20577"/>
          <ac:spMkLst>
            <pc:docMk/>
            <pc:sldMk cId="1146919282" sldId="582"/>
            <ac:spMk id="6" creationId="{1D0C521C-DEA1-A7F1-27DA-63739F3510AA}"/>
          </ac:spMkLst>
        </pc:spChg>
        <pc:picChg chg="add mod">
          <ac:chgData name="Gebremedhin, Mewcha Amha" userId="2a0aff56-200c-49fa-8828-12c11547b4d8" providerId="ADAL" clId="{B7C235DD-3508-44CE-BF17-E028CDC8A755}" dt="2026-08-26T23:28:33.595" v="1733" actId="1036"/>
          <ac:picMkLst>
            <pc:docMk/>
            <pc:sldMk cId="1146919282" sldId="582"/>
            <ac:picMk id="4" creationId="{6C8E641C-0BB0-4ADD-2D5F-34F7DBD3E901}"/>
          </ac:picMkLst>
        </pc:picChg>
      </pc:sldChg>
      <pc:sldChg chg="addSp delSp modSp add mod modNotesTx">
        <pc:chgData name="Gebremedhin, Mewcha Amha" userId="2a0aff56-200c-49fa-8828-12c11547b4d8" providerId="ADAL" clId="{B7C235DD-3508-44CE-BF17-E028CDC8A755}" dt="2026-08-26T23:30:18.957" v="1752" actId="732"/>
        <pc:sldMkLst>
          <pc:docMk/>
          <pc:sldMk cId="984308568" sldId="583"/>
        </pc:sldMkLst>
        <pc:spChg chg="mod">
          <ac:chgData name="Gebremedhin, Mewcha Amha" userId="2a0aff56-200c-49fa-8828-12c11547b4d8" providerId="ADAL" clId="{B7C235DD-3508-44CE-BF17-E028CDC8A755}" dt="2026-08-26T23:29:13.827" v="1740" actId="20577"/>
          <ac:spMkLst>
            <pc:docMk/>
            <pc:sldMk cId="984308568" sldId="583"/>
            <ac:spMk id="6" creationId="{9856AA38-98DD-7E44-EBC1-EF50EB7AE556}"/>
          </ac:spMkLst>
        </pc:spChg>
        <pc:picChg chg="add mod modCrop">
          <ac:chgData name="Gebremedhin, Mewcha Amha" userId="2a0aff56-200c-49fa-8828-12c11547b4d8" providerId="ADAL" clId="{B7C235DD-3508-44CE-BF17-E028CDC8A755}" dt="2026-08-26T23:30:06.349" v="1749" actId="1076"/>
          <ac:picMkLst>
            <pc:docMk/>
            <pc:sldMk cId="984308568" sldId="583"/>
            <ac:picMk id="3" creationId="{DF432765-2F85-7694-370F-C52DC6F2A525}"/>
          </ac:picMkLst>
        </pc:picChg>
        <pc:picChg chg="add mod modCrop">
          <ac:chgData name="Gebremedhin, Mewcha Amha" userId="2a0aff56-200c-49fa-8828-12c11547b4d8" providerId="ADAL" clId="{B7C235DD-3508-44CE-BF17-E028CDC8A755}" dt="2026-08-26T23:30:18.957" v="1752" actId="732"/>
          <ac:picMkLst>
            <pc:docMk/>
            <pc:sldMk cId="984308568" sldId="583"/>
            <ac:picMk id="8" creationId="{A62531F7-9FA5-0D89-CB24-614D0B00331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39350C-E2D8-4C77-B6DD-A5D373B330A3}" type="datetimeFigureOut">
              <a:rPr lang="en-US" smtClean="0"/>
              <a:t>8/28/2026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F0E492-BAC1-4929-9411-AD4DBAE36151}" type="slidenum">
              <a:rPr lang="en-US" smtClean="0"/>
              <a:t>‹#›</a:t>
            </a:fld>
            <a:endParaRPr lang="en-US"/>
          </a:p>
        </p:txBody>
      </p:sp>
    </p:spTree>
    <p:extLst>
      <p:ext uri="{BB962C8B-B14F-4D97-AF65-F5344CB8AC3E}">
        <p14:creationId xmlns:p14="http://schemas.microsoft.com/office/powerpoint/2010/main" val="2171460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aselshall/rm/blob/main/hw/projects/p04.md"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Assisted Agents (Level 1): </a:t>
            </a:r>
            <a:r>
              <a:rPr lang="en-US" b="0" dirty="0"/>
              <a:t>These are AI systems that support scientists in narrow, well-defined tasks. </a:t>
            </a:r>
          </a:p>
          <a:p>
            <a:r>
              <a:rPr lang="en-US" b="0" dirty="0"/>
              <a:t>Examples:</a:t>
            </a:r>
          </a:p>
          <a:p>
            <a:pPr marL="171450" indent="-171450">
              <a:buFontTx/>
              <a:buChar char="-"/>
            </a:pPr>
            <a:r>
              <a:rPr lang="en-US" b="0" dirty="0"/>
              <a:t>Literature search engines powered by LLMs.</a:t>
            </a:r>
          </a:p>
          <a:p>
            <a:pPr marL="171450" indent="-171450">
              <a:buFontTx/>
              <a:buChar char="-"/>
            </a:pPr>
            <a:r>
              <a:rPr lang="en-US" b="0" dirty="0"/>
              <a:t>Automated data cleaning or visualization tools.</a:t>
            </a:r>
          </a:p>
          <a:p>
            <a:pPr marL="171450" indent="-171450">
              <a:buFontTx/>
              <a:buChar char="-"/>
            </a:pPr>
            <a:r>
              <a:rPr lang="en-US" b="0" dirty="0"/>
              <a:t>Machine learning models for prediction (e.g., climate or groundwater models you might use in hydrology).</a:t>
            </a:r>
          </a:p>
          <a:p>
            <a:r>
              <a:rPr lang="en-US" b="0" dirty="0"/>
              <a:t>Key Feature: Human-in-the-loop is essential; the AI only assists.</a:t>
            </a:r>
          </a:p>
        </p:txBody>
      </p:sp>
      <p:sp>
        <p:nvSpPr>
          <p:cNvPr id="4" name="Slide Number Placeholder 3"/>
          <p:cNvSpPr>
            <a:spLocks noGrp="1"/>
          </p:cNvSpPr>
          <p:nvPr>
            <p:ph type="sldNum" sz="quarter" idx="5"/>
          </p:nvPr>
        </p:nvSpPr>
        <p:spPr/>
        <p:txBody>
          <a:bodyPr/>
          <a:lstStyle/>
          <a:p>
            <a:fld id="{88F0E492-BAC1-4929-9411-AD4DBAE36151}" type="slidenum">
              <a:rPr lang="en-US" smtClean="0"/>
              <a:t>1</a:t>
            </a:fld>
            <a:endParaRPr lang="en-US"/>
          </a:p>
        </p:txBody>
      </p:sp>
    </p:spTree>
    <p:extLst>
      <p:ext uri="{BB962C8B-B14F-4D97-AF65-F5344CB8AC3E}">
        <p14:creationId xmlns:p14="http://schemas.microsoft.com/office/powerpoint/2010/main" val="2672603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F0E492-BAC1-4929-9411-AD4DBAE36151}" type="slidenum">
              <a:rPr lang="en-US" smtClean="0"/>
              <a:t>2</a:t>
            </a:fld>
            <a:endParaRPr lang="en-US"/>
          </a:p>
        </p:txBody>
      </p:sp>
    </p:spTree>
    <p:extLst>
      <p:ext uri="{BB962C8B-B14F-4D97-AF65-F5344CB8AC3E}">
        <p14:creationId xmlns:p14="http://schemas.microsoft.com/office/powerpoint/2010/main" val="1945465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4DFE8-80CD-662A-6FDE-51E01AEA8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3E380-8C01-598A-9E06-77634066A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FE3E5-7DB1-AB82-C9FF-A222FEB4B0D1}"/>
              </a:ext>
            </a:extLst>
          </p:cNvPr>
          <p:cNvSpPr>
            <a:spLocks noGrp="1"/>
          </p:cNvSpPr>
          <p:nvPr>
            <p:ph type="body" idx="1"/>
          </p:nvPr>
        </p:nvSpPr>
        <p:spPr/>
        <p:txBody>
          <a:bodyPr/>
          <a:lstStyle/>
          <a:p>
            <a:pPr marL="285750" indent="-285750" algn="l">
              <a:buFont typeface="Arial" panose="020B0604020202020204" pitchFamily="34" charset="0"/>
              <a:buChar char="•"/>
            </a:pPr>
            <a:r>
              <a:rPr lang="en-US" sz="1100" b="0" i="0" u="none" strike="noStrike" baseline="0" dirty="0">
                <a:latin typeface="CIDFont+F4"/>
              </a:rPr>
              <a:t>Quantifying the impacts of climate change on surface-groundwater interactions, groundwater resources, water quality in terms of salinity (</a:t>
            </a:r>
            <a:r>
              <a:rPr lang="en-US" sz="1100" b="0" i="0" u="none" strike="noStrike" baseline="0" dirty="0">
                <a:solidFill>
                  <a:srgbClr val="00B0F0"/>
                </a:solidFill>
                <a:highlight>
                  <a:srgbClr val="FFFF00"/>
                </a:highlight>
                <a:latin typeface="CIDFont+F4"/>
              </a:rPr>
              <a:t>undergoing</a:t>
            </a:r>
            <a:r>
              <a:rPr lang="en-US" sz="1100" b="0" i="0" u="none" strike="noStrike" baseline="0" dirty="0">
                <a:latin typeface="CIDFont+F4"/>
              </a:rPr>
              <a:t>). This is particularly related to the changing rainfall pattern and SLR rise under different scenarios</a:t>
            </a:r>
          </a:p>
          <a:p>
            <a:pPr marL="285750" indent="-285750" algn="l">
              <a:buFont typeface="Arial" panose="020B0604020202020204" pitchFamily="34" charset="0"/>
              <a:buChar char="•"/>
            </a:pPr>
            <a:r>
              <a:rPr lang="en-US" sz="1100" b="0" i="0" u="none" strike="noStrike" baseline="0" dirty="0">
                <a:latin typeface="CIDFont+F4"/>
              </a:rPr>
              <a:t>Collaborating with stakeholders to evaluate nature-based infrastructure for mitigation and adaptation solutions (Next step). This could be at local or regional scale (any suggestion on this would be also appreciated)</a:t>
            </a:r>
          </a:p>
          <a:p>
            <a:pPr marL="285750" indent="-285750" algn="l">
              <a:buFont typeface="Arial" panose="020B0604020202020204" pitchFamily="34" charset="0"/>
              <a:buChar char="•"/>
            </a:pPr>
            <a:r>
              <a:rPr lang="en-US" sz="1100" b="0" i="0" u="none" strike="noStrike" baseline="0" dirty="0">
                <a:latin typeface="CIDFont+F4"/>
              </a:rPr>
              <a:t>Conducting outreach campaigns to increase community awareness about the resilience of groundwater resources in South Florida (using different outlet medias).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none" strike="noStrike" baseline="0" dirty="0">
                <a:latin typeface="CIDFont+F4"/>
              </a:rPr>
              <a:t>Developing a user-friendly web-based platform to provide stakeholders with access to project data, supporting decision-making and community engagement. This helps to the goal of making data FAIR: Findable, Accessible, Interoperable, and Reusable</a:t>
            </a:r>
          </a:p>
          <a:p>
            <a:pPr marL="285750" indent="-285750" algn="l">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901EE4C-4166-6549-6DD4-CE86AC596533}"/>
              </a:ext>
            </a:extLst>
          </p:cNvPr>
          <p:cNvSpPr>
            <a:spLocks noGrp="1"/>
          </p:cNvSpPr>
          <p:nvPr>
            <p:ph type="sldNum" sz="quarter" idx="5"/>
          </p:nvPr>
        </p:nvSpPr>
        <p:spPr/>
        <p:txBody>
          <a:bodyPr/>
          <a:lstStyle/>
          <a:p>
            <a:fld id="{88F0E492-BAC1-4929-9411-AD4DBAE36151}" type="slidenum">
              <a:rPr lang="en-US" smtClean="0"/>
              <a:t>3</a:t>
            </a:fld>
            <a:endParaRPr lang="en-US"/>
          </a:p>
        </p:txBody>
      </p:sp>
    </p:spTree>
    <p:extLst>
      <p:ext uri="{BB962C8B-B14F-4D97-AF65-F5344CB8AC3E}">
        <p14:creationId xmlns:p14="http://schemas.microsoft.com/office/powerpoint/2010/main" val="142632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F51A2-4E2A-0072-0E3A-F12593859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51B03-84F5-030A-2A3E-0E75000EC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B3C6D-D084-9494-CD0F-6E11DF9E6B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Urban development-&gt; impervious surface -&gt; increased surface runoff</a:t>
            </a:r>
            <a:endParaRPr lang="en-US" b="1" dirty="0">
              <a:solidFill>
                <a:srgbClr val="362768"/>
              </a:solidFill>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When we urbanize a landscape, we replace soil and vegetation with roofs, roads, and parking lots.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Rainfall that previously infiltrated into the ground now becomes runoff,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36276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362768"/>
                </a:solidFill>
              </a:rPr>
              <a:t>Traditionally, we manage this runoff using </a:t>
            </a:r>
            <a:r>
              <a:rPr lang="en-US" b="1" dirty="0">
                <a:solidFill>
                  <a:srgbClr val="362768"/>
                </a:solidFill>
              </a:rPr>
              <a:t>gray infrastructure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pipes, culverts, channels, and large storage systems</a:t>
            </a:r>
            <a:endParaRPr lang="en-US" b="0" u="none" dirty="0">
              <a:solidFill>
                <a:srgbClr val="362768"/>
              </a:solidFill>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u="sng" dirty="0">
                <a:solidFill>
                  <a:srgbClr val="362768"/>
                </a:solidFill>
              </a:rPr>
              <a:t>The philosophy is basically, get the water out of here: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Collect and drain: </a:t>
            </a:r>
            <a:r>
              <a:rPr lang="en-US" b="0" dirty="0">
                <a:solidFill>
                  <a:srgbClr val="362768"/>
                </a:solidFill>
              </a:rPr>
              <a:t>But as development increases runoff, we need larger infrastructure, which can move even more water downstream even faster.</a:t>
            </a:r>
            <a:endParaRPr lang="en-US" dirty="0"/>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less infiltration, increased flooding, water quality issues</a:t>
            </a:r>
          </a:p>
          <a:p>
            <a:endParaRPr lang="en-US" dirty="0"/>
          </a:p>
          <a:p>
            <a:r>
              <a:rPr lang="en-US" b="1" dirty="0"/>
              <a:t>Green infrastructure: </a:t>
            </a:r>
            <a:r>
              <a:rPr lang="en-US" dirty="0"/>
              <a:t>Manage runoff closer to where it generated (nature-bases solution)</a:t>
            </a:r>
            <a:endParaRPr lang="en-US" b="0" dirty="0">
              <a:solidFill>
                <a:srgbClr val="362768"/>
              </a:solidFill>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Green infrastructure takes a different approach.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Instead of only asking how we can convey the water, we ask</a:t>
            </a:r>
            <a:r>
              <a:rPr lang="en-US" b="1" dirty="0">
                <a:solidFill>
                  <a:srgbClr val="362768"/>
                </a:solidFill>
              </a:rPr>
              <a:t> </a:t>
            </a:r>
            <a:r>
              <a:rPr lang="en-US" b="0" u="sng" dirty="0">
                <a:solidFill>
                  <a:srgbClr val="362768"/>
                </a:solidFill>
              </a:rPr>
              <a:t>how we can manage it close to where it is generated.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We can use green roofs, rainwater harvesting, bioswales, bioretention, pervious pavement, trees, infiltration systems, wetlands, and ponds to store, infiltrate, or slow runoff.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36276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362768"/>
                </a:solidFill>
              </a:rPr>
              <a:t>But here is the challenge: we cannot put every BMP everywhere </a:t>
            </a:r>
            <a:endParaRPr lang="en-US" b="0" dirty="0">
              <a:solidFill>
                <a:srgbClr val="362768"/>
              </a:solidFill>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Site conditions, feasibility constraints and priories)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A green roof needs a roof.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Pervious pavement needs a paved surface.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An infiltration system needs appropriate soil, slope, groundwater separation, and available land.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36276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362768"/>
                </a:solidFill>
              </a:rPr>
              <a:t>So green infrastructure is fundamentally a spatial siting problem.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solidFill>
                  <a:srgbClr val="362768"/>
                </a:solidFill>
              </a:rPr>
              <a:t>That is the problem our PLACE framework is designed to address.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0" dirty="0"/>
              <a:t>So where can each BMP be implemented, and which feasible locations should be considered first?</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b="0" dirty="0"/>
              <a:t>PLACE provides the geospatial method for answering these questions.</a:t>
            </a:r>
          </a:p>
          <a:p>
            <a:endParaRPr lang="en-US" dirty="0"/>
          </a:p>
          <a:p>
            <a:endParaRPr lang="en-US" dirty="0"/>
          </a:p>
        </p:txBody>
      </p:sp>
      <p:sp>
        <p:nvSpPr>
          <p:cNvPr id="4" name="Slide Number Placeholder 3">
            <a:extLst>
              <a:ext uri="{FF2B5EF4-FFF2-40B4-BE49-F238E27FC236}">
                <a16:creationId xmlns:a16="http://schemas.microsoft.com/office/drawing/2014/main" id="{8828A0A6-081C-66A0-2E88-44C43EC71209}"/>
              </a:ext>
            </a:extLst>
          </p:cNvPr>
          <p:cNvSpPr>
            <a:spLocks noGrp="1"/>
          </p:cNvSpPr>
          <p:nvPr>
            <p:ph type="sldNum" sz="quarter" idx="5"/>
          </p:nvPr>
        </p:nvSpPr>
        <p:spPr/>
        <p:txBody>
          <a:bodyPr/>
          <a:lstStyle/>
          <a:p>
            <a:fld id="{88F0E492-BAC1-4929-9411-AD4DBAE36151}" type="slidenum">
              <a:rPr lang="en-US" smtClean="0"/>
              <a:t>4</a:t>
            </a:fld>
            <a:endParaRPr lang="en-US"/>
          </a:p>
        </p:txBody>
      </p:sp>
    </p:spTree>
    <p:extLst>
      <p:ext uri="{BB962C8B-B14F-4D97-AF65-F5344CB8AC3E}">
        <p14:creationId xmlns:p14="http://schemas.microsoft.com/office/powerpoint/2010/main" val="3967435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BB535-CA9F-C128-BED3-FCDDBBA1E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8FE3D-6B35-73C0-8A40-BE9F1E4AB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87FD6-12B8-44EB-D82D-ABBBD437C1C0}"/>
              </a:ext>
            </a:extLst>
          </p:cNvPr>
          <p:cNvSpPr>
            <a:spLocks noGrp="1"/>
          </p:cNvSpPr>
          <p:nvPr>
            <p:ph type="body" idx="1"/>
          </p:nvPr>
        </p:nvSpPr>
        <p:spPr/>
        <p:txBody>
          <a:bodyPr/>
          <a:lstStyle/>
          <a:p>
            <a:r>
              <a:rPr lang="en-US" dirty="0"/>
              <a:t>That is where PLACE comes in. The good news for you is that </a:t>
            </a:r>
            <a:r>
              <a:rPr lang="en-US" b="1" dirty="0"/>
              <a:t>we already developed the method</a:t>
            </a:r>
            <a:r>
              <a:rPr lang="en-US" dirty="0"/>
              <a:t>, so you do not have to spend the semester inventing another acronym.</a:t>
            </a:r>
          </a:p>
          <a:p>
            <a:r>
              <a:rPr lang="en-US" dirty="0"/>
              <a:t>PLACE basically does three things. It characterizes the existing conditions, identifies where each BMP is feasible, and then prioritizes the feasible locations.</a:t>
            </a:r>
          </a:p>
          <a:p>
            <a:r>
              <a:rPr lang="en-US" dirty="0"/>
              <a:t>For Bonita Bay, we already have the spatial data, the processing workflow, and the Python code. Your task is to extend that workflow to </a:t>
            </a:r>
            <a:r>
              <a:rPr lang="en-US" b="1" dirty="0"/>
              <a:t>Lee and Collier counties</a:t>
            </a:r>
            <a:r>
              <a:rPr lang="en-US" dirty="0"/>
              <a:t>. That means obtaining and processing the same types of data—land cover, buildings, roads, terrain, soils, groundwater, wetlands, floodplains, rainfall, drainage, and so on.</a:t>
            </a:r>
          </a:p>
          <a:p>
            <a:r>
              <a:rPr lang="en-US" dirty="0"/>
              <a:t>Once those inputs are prepared, PLACE produces the outputs we need—primarily </a:t>
            </a:r>
            <a:r>
              <a:rPr lang="en-US" b="1" dirty="0"/>
              <a:t>feasibility maps, priority maps, and supporting tables</a:t>
            </a:r>
            <a:r>
              <a:rPr lang="en-US" dirty="0"/>
              <a:t> for each BMP.</a:t>
            </a:r>
          </a:p>
          <a:p>
            <a:r>
              <a:rPr lang="en-US" dirty="0"/>
              <a:t>So you are not starting from a blank screen. We have the recipe. Your job is to help us cook for two counties instead of one neighborhood.</a:t>
            </a:r>
          </a:p>
          <a:p>
            <a:endParaRPr lang="en-US" dirty="0"/>
          </a:p>
        </p:txBody>
      </p:sp>
      <p:sp>
        <p:nvSpPr>
          <p:cNvPr id="4" name="Slide Number Placeholder 3">
            <a:extLst>
              <a:ext uri="{FF2B5EF4-FFF2-40B4-BE49-F238E27FC236}">
                <a16:creationId xmlns:a16="http://schemas.microsoft.com/office/drawing/2014/main" id="{9BBF0397-6C9E-5CA3-37C0-F6EFB90BC74D}"/>
              </a:ext>
            </a:extLst>
          </p:cNvPr>
          <p:cNvSpPr>
            <a:spLocks noGrp="1"/>
          </p:cNvSpPr>
          <p:nvPr>
            <p:ph type="sldNum" sz="quarter" idx="5"/>
          </p:nvPr>
        </p:nvSpPr>
        <p:spPr/>
        <p:txBody>
          <a:bodyPr/>
          <a:lstStyle/>
          <a:p>
            <a:fld id="{88F0E492-BAC1-4929-9411-AD4DBAE36151}" type="slidenum">
              <a:rPr lang="en-US" smtClean="0"/>
              <a:t>5</a:t>
            </a:fld>
            <a:endParaRPr lang="en-US"/>
          </a:p>
        </p:txBody>
      </p:sp>
    </p:spTree>
    <p:extLst>
      <p:ext uri="{BB962C8B-B14F-4D97-AF65-F5344CB8AC3E}">
        <p14:creationId xmlns:p14="http://schemas.microsoft.com/office/powerpoint/2010/main" val="3886803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144BC-BF8E-C1B1-A6A4-1D8FF7E10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21E9DF-C237-F61D-83FB-69A8AF076F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3D164-88C8-22BD-E0D7-8381239650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772A1"/>
                </a:solidFill>
              </a:rPr>
              <a:t>Interactive AI-powered dashboard for identifying and prioritizing green infrastructure locations for stormwater management</a:t>
            </a:r>
          </a:p>
          <a:p>
            <a:pPr>
              <a:defRPr/>
            </a:pPr>
            <a:endParaRPr lang="en-US" b="0" dirty="0">
              <a:solidFill>
                <a:srgbClr val="3772A1"/>
              </a:solidFill>
            </a:endParaRPr>
          </a:p>
          <a:p>
            <a:r>
              <a:rPr lang="en-US" dirty="0"/>
              <a:t>Now the basic idea of the dashboard is actually very simple.</a:t>
            </a:r>
          </a:p>
          <a:p>
            <a:r>
              <a:rPr lang="en-US" dirty="0"/>
              <a:t>The user selects an area in Lee or Collier County, chooses the BMPs they want to evaluate, and can also adjust the feasibility and prioritization settings.</a:t>
            </a:r>
          </a:p>
          <a:p>
            <a:r>
              <a:rPr lang="en-US" dirty="0"/>
              <a:t>Then they click a button.</a:t>
            </a:r>
          </a:p>
          <a:p>
            <a:r>
              <a:rPr lang="en-US" dirty="0"/>
              <a:t>Behind that innocent little button, PLACE does all the unpleasant work—GIS processing, constraints, calculations, and prioritization.</a:t>
            </a:r>
          </a:p>
          <a:p>
            <a:r>
              <a:rPr lang="en-US" dirty="0"/>
              <a:t>The user gets back something useful—</a:t>
            </a:r>
            <a:r>
              <a:rPr lang="en-US" b="1" dirty="0"/>
              <a:t>where each BMP is feasible, where the priority locations are, and the supporting maps and tables for that site.</a:t>
            </a:r>
            <a:endParaRPr lang="en-US" dirty="0"/>
          </a:p>
          <a:p>
            <a:r>
              <a:rPr lang="en-US" dirty="0"/>
              <a:t>And then comes the AI part. We give those outputs to an LLM so it can explain the results and help the user understand why certain locations or BMPs were prioritized.</a:t>
            </a:r>
          </a:p>
          <a:p>
            <a:r>
              <a:rPr lang="en-US" dirty="0"/>
              <a:t>So the workflow is basically: </a:t>
            </a:r>
            <a:r>
              <a:rPr lang="en-US" b="1" dirty="0"/>
              <a:t>the user selects, PLACE calculates, the dashboard shows, and AI explains.</a:t>
            </a:r>
            <a:endParaRPr lang="en-US" dirty="0"/>
          </a:p>
          <a:p>
            <a:r>
              <a:rPr lang="en-US" dirty="0"/>
              <a:t>Your challenge is to make everything between that first click and the final answer look easy—even though we know it is not.</a:t>
            </a:r>
          </a:p>
          <a:p>
            <a:pPr>
              <a:defRPr/>
            </a:pPr>
            <a:endParaRPr lang="en-US" b="0" dirty="0">
              <a:solidFill>
                <a:srgbClr val="3772A1"/>
              </a:solidFill>
            </a:endParaRPr>
          </a:p>
          <a:p>
            <a:pPr>
              <a:defRPr/>
            </a:pPr>
            <a:endParaRPr lang="en-US" b="1" dirty="0">
              <a:solidFill>
                <a:srgbClr val="3772A1"/>
              </a:solidFill>
            </a:endParaRPr>
          </a:p>
        </p:txBody>
      </p:sp>
      <p:sp>
        <p:nvSpPr>
          <p:cNvPr id="4" name="Slide Number Placeholder 3">
            <a:extLst>
              <a:ext uri="{FF2B5EF4-FFF2-40B4-BE49-F238E27FC236}">
                <a16:creationId xmlns:a16="http://schemas.microsoft.com/office/drawing/2014/main" id="{64417B63-C96E-36AF-0104-3DACF2B810F9}"/>
              </a:ext>
            </a:extLst>
          </p:cNvPr>
          <p:cNvSpPr>
            <a:spLocks noGrp="1"/>
          </p:cNvSpPr>
          <p:nvPr>
            <p:ph type="sldNum" sz="quarter" idx="5"/>
          </p:nvPr>
        </p:nvSpPr>
        <p:spPr/>
        <p:txBody>
          <a:bodyPr/>
          <a:lstStyle/>
          <a:p>
            <a:fld id="{88F0E492-BAC1-4929-9411-AD4DBAE36151}" type="slidenum">
              <a:rPr lang="en-US" smtClean="0"/>
              <a:t>6</a:t>
            </a:fld>
            <a:endParaRPr lang="en-US"/>
          </a:p>
        </p:txBody>
      </p:sp>
    </p:spTree>
    <p:extLst>
      <p:ext uri="{BB962C8B-B14F-4D97-AF65-F5344CB8AC3E}">
        <p14:creationId xmlns:p14="http://schemas.microsoft.com/office/powerpoint/2010/main" val="306587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1A500-D5F2-A177-2239-483C50C0D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33633-0BFA-A156-DC83-D9F1B124C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AB29C-00DA-8443-B4CE-D773AF05BA15}"/>
              </a:ext>
            </a:extLst>
          </p:cNvPr>
          <p:cNvSpPr>
            <a:spLocks noGrp="1"/>
          </p:cNvSpPr>
          <p:nvPr>
            <p:ph type="body" idx="1"/>
          </p:nvPr>
        </p:nvSpPr>
        <p:spPr/>
        <p:txBody>
          <a:bodyPr/>
          <a:lstStyle/>
          <a:p>
            <a:pPr>
              <a:defRPr/>
            </a:pPr>
            <a:endParaRPr lang="en-US" b="0" dirty="0">
              <a:solidFill>
                <a:srgbClr val="3772A1"/>
              </a:solidFill>
            </a:endParaRPr>
          </a:p>
          <a:p>
            <a:pPr>
              <a:defRPr/>
            </a:pPr>
            <a:endParaRPr lang="en-US" b="1" dirty="0">
              <a:solidFill>
                <a:srgbClr val="3772A1"/>
              </a:solidFill>
            </a:endParaRPr>
          </a:p>
        </p:txBody>
      </p:sp>
      <p:sp>
        <p:nvSpPr>
          <p:cNvPr id="4" name="Slide Number Placeholder 3">
            <a:extLst>
              <a:ext uri="{FF2B5EF4-FFF2-40B4-BE49-F238E27FC236}">
                <a16:creationId xmlns:a16="http://schemas.microsoft.com/office/drawing/2014/main" id="{F4425DEF-721D-1367-C171-829FFAF84A32}"/>
              </a:ext>
            </a:extLst>
          </p:cNvPr>
          <p:cNvSpPr>
            <a:spLocks noGrp="1"/>
          </p:cNvSpPr>
          <p:nvPr>
            <p:ph type="sldNum" sz="quarter" idx="5"/>
          </p:nvPr>
        </p:nvSpPr>
        <p:spPr/>
        <p:txBody>
          <a:bodyPr/>
          <a:lstStyle/>
          <a:p>
            <a:fld id="{88F0E492-BAC1-4929-9411-AD4DBAE36151}" type="slidenum">
              <a:rPr lang="en-US" smtClean="0"/>
              <a:t>7</a:t>
            </a:fld>
            <a:endParaRPr lang="en-US"/>
          </a:p>
        </p:txBody>
      </p:sp>
    </p:spTree>
    <p:extLst>
      <p:ext uri="{BB962C8B-B14F-4D97-AF65-F5344CB8AC3E}">
        <p14:creationId xmlns:p14="http://schemas.microsoft.com/office/powerpoint/2010/main" val="4046218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42497-8ED2-E0B5-2446-6792A86F2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8E8FC-71ED-9289-8A2C-A2758E32F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9EE3CA-1D3D-62EC-CF24-615841CC06A8}"/>
              </a:ext>
            </a:extLst>
          </p:cNvPr>
          <p:cNvSpPr>
            <a:spLocks noGrp="1"/>
          </p:cNvSpPr>
          <p:nvPr>
            <p:ph type="body" idx="1"/>
          </p:nvPr>
        </p:nvSpPr>
        <p:spPr/>
        <p:txBody>
          <a:bodyPr/>
          <a:lstStyle/>
          <a:p>
            <a:pPr lvl="0"/>
            <a:r>
              <a:rPr lang="en-US" sz="1200" b="1" i="0" u="sng" kern="1200" dirty="0">
                <a:solidFill>
                  <a:schemeClr val="tx1"/>
                </a:solidFill>
                <a:effectLst/>
                <a:latin typeface="+mn-lt"/>
                <a:ea typeface="+mn-ea"/>
                <a:cs typeface="+mn-cs"/>
                <a:hlinkClick r:id="rId3"/>
              </a:rPr>
              <a:t>Scenario Analysis of Nutrient Loading Mitigation to Reduce Red Tide Risk</a:t>
            </a:r>
            <a:r>
              <a:rPr lang="en-US" sz="1200" b="0" i="0" kern="1200" dirty="0">
                <a:solidFill>
                  <a:schemeClr val="tx1"/>
                </a:solidFill>
                <a:effectLst/>
                <a:latin typeface="+mn-lt"/>
                <a:ea typeface="+mn-ea"/>
                <a:cs typeface="+mn-cs"/>
              </a:rPr>
              <a:t>: Involves enhancing harmful algal bloom mitigation through advanced machine learning with feature analysis</a:t>
            </a:r>
            <a:endParaRPr lang="en-US" b="0" dirty="0">
              <a:solidFill>
                <a:srgbClr val="3772A1"/>
              </a:solidFill>
            </a:endParaRPr>
          </a:p>
          <a:p>
            <a:pPr>
              <a:defRPr/>
            </a:pPr>
            <a:endParaRPr lang="en-US" b="1" dirty="0">
              <a:solidFill>
                <a:srgbClr val="3772A1"/>
              </a:solidFill>
            </a:endParaRPr>
          </a:p>
        </p:txBody>
      </p:sp>
      <p:sp>
        <p:nvSpPr>
          <p:cNvPr id="4" name="Slide Number Placeholder 3">
            <a:extLst>
              <a:ext uri="{FF2B5EF4-FFF2-40B4-BE49-F238E27FC236}">
                <a16:creationId xmlns:a16="http://schemas.microsoft.com/office/drawing/2014/main" id="{4BDC2A34-2646-5667-1755-A5DFB74D3ACF}"/>
              </a:ext>
            </a:extLst>
          </p:cNvPr>
          <p:cNvSpPr>
            <a:spLocks noGrp="1"/>
          </p:cNvSpPr>
          <p:nvPr>
            <p:ph type="sldNum" sz="quarter" idx="5"/>
          </p:nvPr>
        </p:nvSpPr>
        <p:spPr/>
        <p:txBody>
          <a:bodyPr/>
          <a:lstStyle/>
          <a:p>
            <a:fld id="{88F0E492-BAC1-4929-9411-AD4DBAE36151}" type="slidenum">
              <a:rPr lang="en-US" smtClean="0"/>
              <a:t>8</a:t>
            </a:fld>
            <a:endParaRPr lang="en-US"/>
          </a:p>
        </p:txBody>
      </p:sp>
    </p:spTree>
    <p:extLst>
      <p:ext uri="{BB962C8B-B14F-4D97-AF65-F5344CB8AC3E}">
        <p14:creationId xmlns:p14="http://schemas.microsoft.com/office/powerpoint/2010/main" val="1581878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3DD4A-6D38-3172-2083-D695FC6C5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FE9D9-7C44-CB6A-D11A-E63D5EF9B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D51D0-1B2F-35C8-C186-AF9C650D03D9}"/>
              </a:ext>
            </a:extLst>
          </p:cNvPr>
          <p:cNvSpPr>
            <a:spLocks noGrp="1"/>
          </p:cNvSpPr>
          <p:nvPr>
            <p:ph type="body" idx="1"/>
          </p:nvPr>
        </p:nvSpPr>
        <p:spPr/>
        <p:txBody>
          <a:bodyPr/>
          <a:lstStyle/>
          <a:p>
            <a:pPr marL="171450" indent="-171450">
              <a:lnSpc>
                <a:spcPct val="200000"/>
              </a:lnSpc>
              <a:buFontTx/>
              <a:buChar char="-"/>
            </a:pPr>
            <a:r>
              <a:rPr lang="en-US" b="0" dirty="0">
                <a:solidFill>
                  <a:srgbClr val="002060"/>
                </a:solidFill>
              </a:rPr>
              <a:t>Project datasets and workflows, plus guidance on required Python packages</a:t>
            </a:r>
          </a:p>
          <a:p>
            <a:pPr marL="171450" indent="-171450">
              <a:lnSpc>
                <a:spcPct val="200000"/>
              </a:lnSpc>
              <a:buFontTx/>
              <a:buChar char="-"/>
            </a:pPr>
            <a:r>
              <a:rPr lang="en-US" b="0" dirty="0">
                <a:solidFill>
                  <a:srgbClr val="002060"/>
                </a:solidFill>
              </a:rPr>
              <a:t>Frontend guidance for a browser-based UI</a:t>
            </a:r>
          </a:p>
          <a:p>
            <a:pPr marL="171450" indent="-171450">
              <a:lnSpc>
                <a:spcPct val="200000"/>
              </a:lnSpc>
              <a:buFontTx/>
              <a:buChar char="-"/>
            </a:pPr>
            <a:r>
              <a:rPr lang="en-US" b="0" dirty="0">
                <a:solidFill>
                  <a:srgbClr val="002060"/>
                </a:solidFill>
              </a:rPr>
              <a:t>Manuscript mentorship with the goal of a high-quality peer-reviewed publication (beyond a capstone report)</a:t>
            </a:r>
          </a:p>
          <a:p>
            <a:pPr marL="171450" indent="-171450">
              <a:lnSpc>
                <a:spcPct val="200000"/>
              </a:lnSpc>
              <a:buFontTx/>
              <a:buChar char="-"/>
            </a:pPr>
            <a:r>
              <a:rPr lang="en-US" b="0" dirty="0">
                <a:solidFill>
                  <a:srgbClr val="002060"/>
                </a:solidFill>
              </a:rPr>
              <a:t>Open-access publication fees covered</a:t>
            </a:r>
          </a:p>
          <a:p>
            <a:pPr marL="171450" indent="-171450">
              <a:lnSpc>
                <a:spcPct val="200000"/>
              </a:lnSpc>
              <a:buFontTx/>
              <a:buChar char="-"/>
            </a:pPr>
            <a:r>
              <a:rPr lang="en-US" b="0" dirty="0">
                <a:solidFill>
                  <a:srgbClr val="002060"/>
                </a:solidFill>
              </a:rPr>
              <a:t>Travel support for 1 student (or 2 going together) to present at a national conference (e.g., AGU Fall Meeting, San Francisco - One week).</a:t>
            </a:r>
          </a:p>
          <a:p>
            <a:pPr marL="171450" indent="-171450">
              <a:lnSpc>
                <a:spcPct val="200000"/>
              </a:lnSpc>
              <a:buFontTx/>
              <a:buChar char="-"/>
            </a:pPr>
            <a:r>
              <a:rPr lang="en-US" b="0" dirty="0">
                <a:solidFill>
                  <a:srgbClr val="002060"/>
                </a:solidFill>
              </a:rPr>
              <a:t>Hands-on experience with geospatial big data</a:t>
            </a:r>
          </a:p>
          <a:p>
            <a:pPr marL="171450" indent="-171450">
              <a:lnSpc>
                <a:spcPct val="200000"/>
              </a:lnSpc>
              <a:buFontTx/>
              <a:buChar char="-"/>
            </a:pPr>
            <a:r>
              <a:rPr lang="en-US" b="0" dirty="0">
                <a:solidFill>
                  <a:srgbClr val="002060"/>
                </a:solidFill>
              </a:rPr>
              <a:t>Graduate school preparation</a:t>
            </a:r>
          </a:p>
          <a:p>
            <a:pPr marL="171450" indent="-171450">
              <a:lnSpc>
                <a:spcPct val="200000"/>
              </a:lnSpc>
              <a:buFontTx/>
              <a:buChar char="-"/>
            </a:pPr>
            <a:r>
              <a:rPr lang="en-US" b="0" dirty="0">
                <a:solidFill>
                  <a:srgbClr val="002060"/>
                </a:solidFill>
              </a:rPr>
              <a:t>Strong resume (working on an EPA funded grant and CMIP6 data)</a:t>
            </a:r>
          </a:p>
        </p:txBody>
      </p:sp>
      <p:sp>
        <p:nvSpPr>
          <p:cNvPr id="4" name="Slide Number Placeholder 3">
            <a:extLst>
              <a:ext uri="{FF2B5EF4-FFF2-40B4-BE49-F238E27FC236}">
                <a16:creationId xmlns:a16="http://schemas.microsoft.com/office/drawing/2014/main" id="{49CFA561-CEFA-FFA3-2E65-FB78E7635565}"/>
              </a:ext>
            </a:extLst>
          </p:cNvPr>
          <p:cNvSpPr>
            <a:spLocks noGrp="1"/>
          </p:cNvSpPr>
          <p:nvPr>
            <p:ph type="sldNum" sz="quarter" idx="5"/>
          </p:nvPr>
        </p:nvSpPr>
        <p:spPr/>
        <p:txBody>
          <a:bodyPr/>
          <a:lstStyle/>
          <a:p>
            <a:fld id="{88F0E492-BAC1-4929-9411-AD4DBAE36151}" type="slidenum">
              <a:rPr lang="en-US" smtClean="0"/>
              <a:t>9</a:t>
            </a:fld>
            <a:endParaRPr lang="en-US"/>
          </a:p>
        </p:txBody>
      </p:sp>
    </p:spTree>
    <p:extLst>
      <p:ext uri="{BB962C8B-B14F-4D97-AF65-F5344CB8AC3E}">
        <p14:creationId xmlns:p14="http://schemas.microsoft.com/office/powerpoint/2010/main" val="2147088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9C08C6-84FD-4BB7-BBA3-FECFEEA8F55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1168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07000"/>
              </a:lnSpc>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F72F06-F6ED-43C1-A86D-15B5F2AFDEC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790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3413-5566-7B13-3A6D-F392FECBDD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502D34-8271-24BF-98FF-8E54C85968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2B1A41-6958-562E-4E52-45B7A2E06161}"/>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5" name="Footer Placeholder 4">
            <a:extLst>
              <a:ext uri="{FF2B5EF4-FFF2-40B4-BE49-F238E27FC236}">
                <a16:creationId xmlns:a16="http://schemas.microsoft.com/office/drawing/2014/main" id="{84953FA0-6BB9-8B9E-9989-4FE6CCB0FC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9193E4-0581-C756-6EFD-F690092D80A4}"/>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2676517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C264-4B04-F492-B381-B4E2E4A434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1AB3D0-4B41-7E17-EF45-ACA3FAE43B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5359FC-7376-A152-B963-98EACE6308E0}"/>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5" name="Footer Placeholder 4">
            <a:extLst>
              <a:ext uri="{FF2B5EF4-FFF2-40B4-BE49-F238E27FC236}">
                <a16:creationId xmlns:a16="http://schemas.microsoft.com/office/drawing/2014/main" id="{8F92E3F4-3820-745B-D191-2AF2F540F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E568E8-B32A-087A-F474-0EDB49E4A701}"/>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3135464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F98CB-7211-17D7-BA38-A8F9642410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F93F6C-03E0-F1CE-E5B6-9D38CCD89C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A26173-BE2A-D669-4D78-467B978471AC}"/>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5" name="Footer Placeholder 4">
            <a:extLst>
              <a:ext uri="{FF2B5EF4-FFF2-40B4-BE49-F238E27FC236}">
                <a16:creationId xmlns:a16="http://schemas.microsoft.com/office/drawing/2014/main" id="{B575B68A-0A1A-BFA5-E115-95A2BEE6C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16ADD1-518C-E247-A4DC-3EC8817424F6}"/>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2641573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A6EF8-7498-4F5A-8A13-DD320CBC09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E84778-6D17-67DE-EE94-2D2FF38609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4F0939-1EE4-AC96-964C-839B4BAB68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F2097B-FDBD-450E-3899-3E38C46C9F55}"/>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6" name="Footer Placeholder 5">
            <a:extLst>
              <a:ext uri="{FF2B5EF4-FFF2-40B4-BE49-F238E27FC236}">
                <a16:creationId xmlns:a16="http://schemas.microsoft.com/office/drawing/2014/main" id="{09D80548-7217-5276-0418-28EAA69747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778CAE-352C-473E-85FD-A522F0D12F80}"/>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1627796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3EFF-5F17-5AD0-FCFF-460D54F7A1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A4D347-620D-141B-A4F0-F285178BEC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31315C-6BB5-4FB2-001A-26C6E2E1A7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B81639-87A4-3B10-956D-8E685A8B8B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3C4D93-CADC-BE20-3EDC-F58303B365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F27509-AAF7-4132-D673-C099E05EC45C}"/>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8" name="Footer Placeholder 7">
            <a:extLst>
              <a:ext uri="{FF2B5EF4-FFF2-40B4-BE49-F238E27FC236}">
                <a16:creationId xmlns:a16="http://schemas.microsoft.com/office/drawing/2014/main" id="{C747E5DA-D94D-D71B-94C9-637863964D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918041-2C7F-2D24-3320-813EE21CE5B8}"/>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1360568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7E9D-2B3B-A6EA-5186-26436F13E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52812A-32DD-79B1-B30D-2E7E886B5621}"/>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4" name="Footer Placeholder 3">
            <a:extLst>
              <a:ext uri="{FF2B5EF4-FFF2-40B4-BE49-F238E27FC236}">
                <a16:creationId xmlns:a16="http://schemas.microsoft.com/office/drawing/2014/main" id="{4D0B9DCD-D5FE-B62C-0ABC-3B2A0A7ABC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A827CB-8505-6613-DF71-5E25CBD4F498}"/>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1478111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19FD0F-FC37-1646-C899-DFB6C1B21FCC}"/>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3" name="Footer Placeholder 2">
            <a:extLst>
              <a:ext uri="{FF2B5EF4-FFF2-40B4-BE49-F238E27FC236}">
                <a16:creationId xmlns:a16="http://schemas.microsoft.com/office/drawing/2014/main" id="{3E1623D8-CE29-FC7B-8EA5-D2130B974B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8B3E63-6302-7DC4-1C31-379EC80841D6}"/>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1140623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52690-02A6-65A2-62F7-97EBE7F656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FBB177-4A01-02AF-4305-BC3EA13FCF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AAB20B-F96D-3801-56C3-32E7B6C16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59B384-2336-54B5-F0E0-010292F027B5}"/>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6" name="Footer Placeholder 5">
            <a:extLst>
              <a:ext uri="{FF2B5EF4-FFF2-40B4-BE49-F238E27FC236}">
                <a16:creationId xmlns:a16="http://schemas.microsoft.com/office/drawing/2014/main" id="{1F1A71CF-DAC2-0870-8EC4-D414D99427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A7F415-6219-82AF-E11A-453BE72B3963}"/>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292155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C2E4-47ED-2A01-35D7-D3A16AB8F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767007-A989-DC3E-FC65-0F4F200526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8FD60C-C05B-034F-BF65-EB2B4ADB2C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1AD538-EA7A-FD42-3C03-BDEE2321278B}"/>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6" name="Footer Placeholder 5">
            <a:extLst>
              <a:ext uri="{FF2B5EF4-FFF2-40B4-BE49-F238E27FC236}">
                <a16:creationId xmlns:a16="http://schemas.microsoft.com/office/drawing/2014/main" id="{55C69C4B-3F35-CC08-F362-9E9C3730D4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2C067B-0144-7051-FA5E-98895DFA1DD5}"/>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3857609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4C5D5-6479-1EC9-8BEC-5D0A098E68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6FD9BC-0223-03AC-2053-DC4D41AFED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0A6AA6-1F83-5884-5A27-2ABB3F34E8E2}"/>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5" name="Footer Placeholder 4">
            <a:extLst>
              <a:ext uri="{FF2B5EF4-FFF2-40B4-BE49-F238E27FC236}">
                <a16:creationId xmlns:a16="http://schemas.microsoft.com/office/drawing/2014/main" id="{90AA14FD-F498-5A81-2C9F-3CD997D6C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0C227-E22B-6FE7-AB22-6DE4520D5CCD}"/>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309739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72F0EB-108F-1CEE-C238-E50634901C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FA24BD-3BA2-579E-176E-11A25ACCA7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53D030-0118-992E-80AA-D424A4BD9CF6}"/>
              </a:ext>
            </a:extLst>
          </p:cNvPr>
          <p:cNvSpPr>
            <a:spLocks noGrp="1"/>
          </p:cNvSpPr>
          <p:nvPr>
            <p:ph type="dt" sz="half" idx="10"/>
          </p:nvPr>
        </p:nvSpPr>
        <p:spPr/>
        <p:txBody>
          <a:bodyPr/>
          <a:lstStyle/>
          <a:p>
            <a:fld id="{D9E72F2F-4BDE-4C58-BFD9-5B7673922D62}" type="datetimeFigureOut">
              <a:rPr lang="en-US" smtClean="0"/>
              <a:t>8/28/2026</a:t>
            </a:fld>
            <a:endParaRPr lang="en-US"/>
          </a:p>
        </p:txBody>
      </p:sp>
      <p:sp>
        <p:nvSpPr>
          <p:cNvPr id="5" name="Footer Placeholder 4">
            <a:extLst>
              <a:ext uri="{FF2B5EF4-FFF2-40B4-BE49-F238E27FC236}">
                <a16:creationId xmlns:a16="http://schemas.microsoft.com/office/drawing/2014/main" id="{9320C176-5BE6-1DF6-E1EE-F13EB43025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EEB6A-CAB9-D121-8919-AA4E5CA3DD00}"/>
              </a:ext>
            </a:extLst>
          </p:cNvPr>
          <p:cNvSpPr>
            <a:spLocks noGrp="1"/>
          </p:cNvSpPr>
          <p:nvPr>
            <p:ph type="sldNum" sz="quarter" idx="12"/>
          </p:nvPr>
        </p:nvSpPr>
        <p:spPr/>
        <p:txBody>
          <a:bodyPr/>
          <a:lstStyle/>
          <a:p>
            <a:fld id="{10276BED-AFE4-415F-852E-C4C364E35B94}" type="slidenum">
              <a:rPr lang="en-US" smtClean="0"/>
              <a:t>‹#›</a:t>
            </a:fld>
            <a:endParaRPr lang="en-US"/>
          </a:p>
        </p:txBody>
      </p:sp>
    </p:spTree>
    <p:extLst>
      <p:ext uri="{BB962C8B-B14F-4D97-AF65-F5344CB8AC3E}">
        <p14:creationId xmlns:p14="http://schemas.microsoft.com/office/powerpoint/2010/main" val="594700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0E693-AA9B-4D68-BCB2-ED826B0A80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3FDB76-2F5A-45A3-8C0D-1948FE7291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58FE78-2F0C-4F8D-B8C8-18207C233650}"/>
              </a:ext>
            </a:extLst>
          </p:cNvPr>
          <p:cNvSpPr>
            <a:spLocks noGrp="1"/>
          </p:cNvSpPr>
          <p:nvPr>
            <p:ph type="dt" sz="half" idx="10"/>
          </p:nvPr>
        </p:nvSpPr>
        <p:spPr/>
        <p:txBody>
          <a:bodyPr/>
          <a:lstStyle/>
          <a:p>
            <a:fld id="{34F01E4C-A38C-41D3-9E4D-7A5ED0A4AEB4}" type="datetime1">
              <a:rPr lang="en-US" smtClean="0"/>
              <a:t>8/28/2026</a:t>
            </a:fld>
            <a:endParaRPr lang="en-US"/>
          </a:p>
        </p:txBody>
      </p:sp>
      <p:sp>
        <p:nvSpPr>
          <p:cNvPr id="5" name="Footer Placeholder 4">
            <a:extLst>
              <a:ext uri="{FF2B5EF4-FFF2-40B4-BE49-F238E27FC236}">
                <a16:creationId xmlns:a16="http://schemas.microsoft.com/office/drawing/2014/main" id="{9E47BB48-A21A-471C-8733-CAEBF8645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EE9399-9734-4F92-AC74-3521E1508946}"/>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2782086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75D8-B692-4BC8-A966-BAF68F74BE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896898-EBC1-41A4-AC52-E6A10AC90E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98A23A-DDB4-46CC-825B-E7855CD28AE7}"/>
              </a:ext>
            </a:extLst>
          </p:cNvPr>
          <p:cNvSpPr>
            <a:spLocks noGrp="1"/>
          </p:cNvSpPr>
          <p:nvPr>
            <p:ph type="dt" sz="half" idx="10"/>
          </p:nvPr>
        </p:nvSpPr>
        <p:spPr/>
        <p:txBody>
          <a:bodyPr/>
          <a:lstStyle/>
          <a:p>
            <a:fld id="{FF98B677-2FFC-411C-B8F4-FA205D7DCB34}" type="datetime1">
              <a:rPr lang="en-US" smtClean="0"/>
              <a:t>8/28/2026</a:t>
            </a:fld>
            <a:endParaRPr lang="en-US"/>
          </a:p>
        </p:txBody>
      </p:sp>
      <p:sp>
        <p:nvSpPr>
          <p:cNvPr id="5" name="Footer Placeholder 4">
            <a:extLst>
              <a:ext uri="{FF2B5EF4-FFF2-40B4-BE49-F238E27FC236}">
                <a16:creationId xmlns:a16="http://schemas.microsoft.com/office/drawing/2014/main" id="{6C594D40-D64A-449C-89E9-2C1B8655F2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4BB96-3003-43CF-ABCB-0378F7E5A54C}"/>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897197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4B3BA-0C63-485F-9E3D-45FD4D14AA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3B115C-9747-4897-96EE-45687C88F9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5FE5C0-D014-4478-BC5E-54A3BC40AA01}"/>
              </a:ext>
            </a:extLst>
          </p:cNvPr>
          <p:cNvSpPr>
            <a:spLocks noGrp="1"/>
          </p:cNvSpPr>
          <p:nvPr>
            <p:ph type="dt" sz="half" idx="10"/>
          </p:nvPr>
        </p:nvSpPr>
        <p:spPr/>
        <p:txBody>
          <a:bodyPr/>
          <a:lstStyle/>
          <a:p>
            <a:fld id="{90A9D900-7D08-4F8C-B2AD-FFFA5DA5A10B}" type="datetime1">
              <a:rPr lang="en-US" smtClean="0"/>
              <a:t>8/28/2026</a:t>
            </a:fld>
            <a:endParaRPr lang="en-US"/>
          </a:p>
        </p:txBody>
      </p:sp>
      <p:sp>
        <p:nvSpPr>
          <p:cNvPr id="5" name="Footer Placeholder 4">
            <a:extLst>
              <a:ext uri="{FF2B5EF4-FFF2-40B4-BE49-F238E27FC236}">
                <a16:creationId xmlns:a16="http://schemas.microsoft.com/office/drawing/2014/main" id="{7B6EEDE3-D005-4078-A1AE-A645D23E3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21DDE-7B5C-4675-9C93-4AAF89995EA3}"/>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594745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2F62E-8134-46E3-96FA-45909E46DA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28A5D0-5729-40DE-9A30-95DABCBEBF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4AE395-FEC8-4298-A1AB-BE208F18AB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B979F3-509D-412C-99A6-E38A4A3863EE}"/>
              </a:ext>
            </a:extLst>
          </p:cNvPr>
          <p:cNvSpPr>
            <a:spLocks noGrp="1"/>
          </p:cNvSpPr>
          <p:nvPr>
            <p:ph type="dt" sz="half" idx="10"/>
          </p:nvPr>
        </p:nvSpPr>
        <p:spPr/>
        <p:txBody>
          <a:bodyPr/>
          <a:lstStyle/>
          <a:p>
            <a:fld id="{421B15AA-2EEE-4FDF-BEE5-A8B86EC9BAF5}" type="datetime1">
              <a:rPr lang="en-US" smtClean="0"/>
              <a:t>8/28/2026</a:t>
            </a:fld>
            <a:endParaRPr lang="en-US"/>
          </a:p>
        </p:txBody>
      </p:sp>
      <p:sp>
        <p:nvSpPr>
          <p:cNvPr id="6" name="Footer Placeholder 5">
            <a:extLst>
              <a:ext uri="{FF2B5EF4-FFF2-40B4-BE49-F238E27FC236}">
                <a16:creationId xmlns:a16="http://schemas.microsoft.com/office/drawing/2014/main" id="{DFB2CAD4-E395-4D4C-B695-8FC06981E2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213F91-4305-4E23-B463-4752E5552993}"/>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1335174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99796-18E9-42BD-B1EB-3F79E837F7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3B7A0E-25DA-4704-BC8E-98532D0512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7B146A-3BC7-4DFB-93B8-52752C06F2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56AB3C-ACEA-432C-A17A-F5E5D6E4C8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5ED9CD-24B7-466A-A5B7-E9F205038E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2028D6-4EB6-475F-9624-70DFF1D7D129}"/>
              </a:ext>
            </a:extLst>
          </p:cNvPr>
          <p:cNvSpPr>
            <a:spLocks noGrp="1"/>
          </p:cNvSpPr>
          <p:nvPr>
            <p:ph type="dt" sz="half" idx="10"/>
          </p:nvPr>
        </p:nvSpPr>
        <p:spPr/>
        <p:txBody>
          <a:bodyPr/>
          <a:lstStyle/>
          <a:p>
            <a:fld id="{1FA51F2B-BC47-465B-B8F3-2D564F0AE03A}" type="datetime1">
              <a:rPr lang="en-US" smtClean="0"/>
              <a:t>8/28/2026</a:t>
            </a:fld>
            <a:endParaRPr lang="en-US"/>
          </a:p>
        </p:txBody>
      </p:sp>
      <p:sp>
        <p:nvSpPr>
          <p:cNvPr id="8" name="Footer Placeholder 7">
            <a:extLst>
              <a:ext uri="{FF2B5EF4-FFF2-40B4-BE49-F238E27FC236}">
                <a16:creationId xmlns:a16="http://schemas.microsoft.com/office/drawing/2014/main" id="{0210C831-2E64-4E18-8966-2776A4310D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BF2106-8DCB-4D97-8C74-06B679C0C2CE}"/>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6062720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D3DB3-3A07-449E-98ED-5593E9C299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7E2E70-DC04-4D02-B3B9-865602A33288}"/>
              </a:ext>
            </a:extLst>
          </p:cNvPr>
          <p:cNvSpPr>
            <a:spLocks noGrp="1"/>
          </p:cNvSpPr>
          <p:nvPr>
            <p:ph type="dt" sz="half" idx="10"/>
          </p:nvPr>
        </p:nvSpPr>
        <p:spPr/>
        <p:txBody>
          <a:bodyPr/>
          <a:lstStyle/>
          <a:p>
            <a:fld id="{09022719-D2E7-4864-9F14-288561B3257B}" type="datetime1">
              <a:rPr lang="en-US" smtClean="0"/>
              <a:t>8/28/2026</a:t>
            </a:fld>
            <a:endParaRPr lang="en-US"/>
          </a:p>
        </p:txBody>
      </p:sp>
      <p:sp>
        <p:nvSpPr>
          <p:cNvPr id="4" name="Footer Placeholder 3">
            <a:extLst>
              <a:ext uri="{FF2B5EF4-FFF2-40B4-BE49-F238E27FC236}">
                <a16:creationId xmlns:a16="http://schemas.microsoft.com/office/drawing/2014/main" id="{DD0B2F3A-D553-4A1A-8FC7-10855DCC6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9900A8-E6E9-4CEA-9939-FCD041751F86}"/>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25339166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2AAD1F-5401-4A4F-8BC6-985C332B0534}"/>
              </a:ext>
            </a:extLst>
          </p:cNvPr>
          <p:cNvSpPr>
            <a:spLocks noGrp="1"/>
          </p:cNvSpPr>
          <p:nvPr>
            <p:ph type="dt" sz="half" idx="10"/>
          </p:nvPr>
        </p:nvSpPr>
        <p:spPr/>
        <p:txBody>
          <a:bodyPr/>
          <a:lstStyle/>
          <a:p>
            <a:fld id="{D67350C3-9051-41E5-A9CC-7C9B87A8ED79}" type="datetime1">
              <a:rPr lang="en-US" smtClean="0"/>
              <a:t>8/28/2026</a:t>
            </a:fld>
            <a:endParaRPr lang="en-US"/>
          </a:p>
        </p:txBody>
      </p:sp>
      <p:sp>
        <p:nvSpPr>
          <p:cNvPr id="3" name="Footer Placeholder 2">
            <a:extLst>
              <a:ext uri="{FF2B5EF4-FFF2-40B4-BE49-F238E27FC236}">
                <a16:creationId xmlns:a16="http://schemas.microsoft.com/office/drawing/2014/main" id="{1E6EDAB9-CE11-4DBB-A3DA-54B904A136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6B70B-0372-4C73-B175-4C34C745B0FA}"/>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3581682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79428-ECB2-4485-A991-B0EB441FCB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A8E047-00CA-4BFF-84A0-13CB1681E7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7444D9-BAD8-49E7-A09F-4A169EA5DD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70E2C6-14B3-4E5E-AB07-1DD713CBDD62}"/>
              </a:ext>
            </a:extLst>
          </p:cNvPr>
          <p:cNvSpPr>
            <a:spLocks noGrp="1"/>
          </p:cNvSpPr>
          <p:nvPr>
            <p:ph type="dt" sz="half" idx="10"/>
          </p:nvPr>
        </p:nvSpPr>
        <p:spPr/>
        <p:txBody>
          <a:bodyPr/>
          <a:lstStyle/>
          <a:p>
            <a:fld id="{FEED3EF8-72F0-4BEB-AD59-5E5BAED94EF4}" type="datetime1">
              <a:rPr lang="en-US" smtClean="0"/>
              <a:t>8/28/2026</a:t>
            </a:fld>
            <a:endParaRPr lang="en-US"/>
          </a:p>
        </p:txBody>
      </p:sp>
      <p:sp>
        <p:nvSpPr>
          <p:cNvPr id="6" name="Footer Placeholder 5">
            <a:extLst>
              <a:ext uri="{FF2B5EF4-FFF2-40B4-BE49-F238E27FC236}">
                <a16:creationId xmlns:a16="http://schemas.microsoft.com/office/drawing/2014/main" id="{BD844AE1-F79B-4F99-8953-1B6249CDE4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B98B32-EC58-4450-BD27-E3868742D2C2}"/>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1139467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8146D-4534-474D-8C89-DCB20532B8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624CAF-8D03-4C7D-B441-9CDB382738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6DAD1E-8B9E-4227-8DFB-8B0173604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7BDCB-AF23-4A8C-9923-029E19669A2F}"/>
              </a:ext>
            </a:extLst>
          </p:cNvPr>
          <p:cNvSpPr>
            <a:spLocks noGrp="1"/>
          </p:cNvSpPr>
          <p:nvPr>
            <p:ph type="dt" sz="half" idx="10"/>
          </p:nvPr>
        </p:nvSpPr>
        <p:spPr/>
        <p:txBody>
          <a:bodyPr/>
          <a:lstStyle/>
          <a:p>
            <a:fld id="{5AEF45B4-8BF9-4605-BA85-96CAF82767DB}" type="datetime1">
              <a:rPr lang="en-US" smtClean="0"/>
              <a:t>8/28/2026</a:t>
            </a:fld>
            <a:endParaRPr lang="en-US"/>
          </a:p>
        </p:txBody>
      </p:sp>
      <p:sp>
        <p:nvSpPr>
          <p:cNvPr id="6" name="Footer Placeholder 5">
            <a:extLst>
              <a:ext uri="{FF2B5EF4-FFF2-40B4-BE49-F238E27FC236}">
                <a16:creationId xmlns:a16="http://schemas.microsoft.com/office/drawing/2014/main" id="{959B00F2-5F52-4F84-94EF-1320AA3E07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1A587C-E032-455B-9A59-F0F362034876}"/>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26091953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C0963-1E38-473E-B5DC-0AFCA44B07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72279C-21EE-47B3-93FF-F6E215A58E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AA2EDC-E531-4D86-9E2D-EE9B8192E2C9}"/>
              </a:ext>
            </a:extLst>
          </p:cNvPr>
          <p:cNvSpPr>
            <a:spLocks noGrp="1"/>
          </p:cNvSpPr>
          <p:nvPr>
            <p:ph type="dt" sz="half" idx="10"/>
          </p:nvPr>
        </p:nvSpPr>
        <p:spPr/>
        <p:txBody>
          <a:bodyPr/>
          <a:lstStyle/>
          <a:p>
            <a:fld id="{D9E883F0-A017-4E1B-BB9D-ED12BBF54231}" type="datetime1">
              <a:rPr lang="en-US" smtClean="0"/>
              <a:t>8/28/2026</a:t>
            </a:fld>
            <a:endParaRPr lang="en-US"/>
          </a:p>
        </p:txBody>
      </p:sp>
      <p:sp>
        <p:nvSpPr>
          <p:cNvPr id="5" name="Footer Placeholder 4">
            <a:extLst>
              <a:ext uri="{FF2B5EF4-FFF2-40B4-BE49-F238E27FC236}">
                <a16:creationId xmlns:a16="http://schemas.microsoft.com/office/drawing/2014/main" id="{BED1DF38-40E9-4E0A-B2FB-777952EC5D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BD06C-258C-4948-8043-CD17D14CF9DE}"/>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23935449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CFB34B-9D27-4395-B9F9-DED8C2162E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A02667-D21A-4138-A51B-E5CFD25C71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0F45CB-AAEA-46AD-979E-C2F5B3A34EDA}"/>
              </a:ext>
            </a:extLst>
          </p:cNvPr>
          <p:cNvSpPr>
            <a:spLocks noGrp="1"/>
          </p:cNvSpPr>
          <p:nvPr>
            <p:ph type="dt" sz="half" idx="10"/>
          </p:nvPr>
        </p:nvSpPr>
        <p:spPr/>
        <p:txBody>
          <a:bodyPr/>
          <a:lstStyle/>
          <a:p>
            <a:fld id="{3680679F-0F9C-44DE-AB53-EF8CCF9F29D0}" type="datetime1">
              <a:rPr lang="en-US" smtClean="0"/>
              <a:t>8/28/2026</a:t>
            </a:fld>
            <a:endParaRPr lang="en-US"/>
          </a:p>
        </p:txBody>
      </p:sp>
      <p:sp>
        <p:nvSpPr>
          <p:cNvPr id="5" name="Footer Placeholder 4">
            <a:extLst>
              <a:ext uri="{FF2B5EF4-FFF2-40B4-BE49-F238E27FC236}">
                <a16:creationId xmlns:a16="http://schemas.microsoft.com/office/drawing/2014/main" id="{3039DA97-C7AD-4434-8B9B-0943E30B0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BA6F5-E891-4ACA-8DC9-9F13B1CB7E06}"/>
              </a:ext>
            </a:extLst>
          </p:cNvPr>
          <p:cNvSpPr>
            <a:spLocks noGrp="1"/>
          </p:cNvSpPr>
          <p:nvPr>
            <p:ph type="sldNum" sz="quarter" idx="12"/>
          </p:nvPr>
        </p:nvSpPr>
        <p:spPr/>
        <p:txBody>
          <a:bodyPr/>
          <a:lstStyle/>
          <a:p>
            <a:fld id="{2B496646-1D06-451D-96AB-99024272712C}" type="slidenum">
              <a:rPr lang="en-US" smtClean="0"/>
              <a:t>‹#›</a:t>
            </a:fld>
            <a:endParaRPr lang="en-US"/>
          </a:p>
        </p:txBody>
      </p:sp>
    </p:spTree>
    <p:extLst>
      <p:ext uri="{BB962C8B-B14F-4D97-AF65-F5344CB8AC3E}">
        <p14:creationId xmlns:p14="http://schemas.microsoft.com/office/powerpoint/2010/main" val="3970560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Shape 18"/>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8004546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3" name="Title 13">
            <a:extLst>
              <a:ext uri="{FF2B5EF4-FFF2-40B4-BE49-F238E27FC236}">
                <a16:creationId xmlns:a16="http://schemas.microsoft.com/office/drawing/2014/main" id="{6BEBC398-0B32-5D4C-8F8E-8DA17BC07AAF}"/>
              </a:ext>
            </a:extLst>
          </p:cNvPr>
          <p:cNvSpPr>
            <a:spLocks noGrp="1"/>
          </p:cNvSpPr>
          <p:nvPr>
            <p:ph type="title" hasCustomPrompt="1"/>
          </p:nvPr>
        </p:nvSpPr>
        <p:spPr>
          <a:xfrm>
            <a:off x="838199" y="566928"/>
            <a:ext cx="10537683" cy="873436"/>
          </a:xfrm>
        </p:spPr>
        <p:txBody>
          <a:bodyPr lIns="0" tIns="0" rIns="0" bIns="0" anchor="t">
            <a:noAutofit/>
          </a:bodyPr>
          <a:lstStyle>
            <a:lvl1pPr>
              <a:defRPr sz="2800" b="1">
                <a:solidFill>
                  <a:schemeClr val="accent5"/>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D7252D11-D0BD-46AC-942A-A7F84C34C1CC}"/>
              </a:ext>
            </a:extLst>
          </p:cNvPr>
          <p:cNvSpPr>
            <a:spLocks noGrp="1"/>
          </p:cNvSpPr>
          <p:nvPr>
            <p:ph sz="quarter" idx="24" hasCustomPrompt="1"/>
          </p:nvPr>
        </p:nvSpPr>
        <p:spPr>
          <a:xfrm>
            <a:off x="838199" y="1780031"/>
            <a:ext cx="10537683" cy="4576318"/>
          </a:xfrm>
          <a:solidFill>
            <a:schemeClr val="accent1"/>
          </a:solidFill>
        </p:spPr>
        <p:txBody>
          <a:bodyPr anchor="ctr">
            <a:normAutofit/>
          </a:bodyPr>
          <a:lstStyle>
            <a:lvl1pPr algn="ctr">
              <a:defRPr sz="1800"/>
            </a:lvl1pPr>
          </a:lstStyle>
          <a:p>
            <a:pPr lvl="0"/>
            <a:r>
              <a:rPr lang="en-US" dirty="0"/>
              <a:t>Click to insert image or graphic here</a:t>
            </a:r>
          </a:p>
        </p:txBody>
      </p:sp>
      <p:sp>
        <p:nvSpPr>
          <p:cNvPr id="17" name="Slide Number Placeholder 16">
            <a:extLst>
              <a:ext uri="{FF2B5EF4-FFF2-40B4-BE49-F238E27FC236}">
                <a16:creationId xmlns:a16="http://schemas.microsoft.com/office/drawing/2014/main" id="{127BF259-DAF9-B243-B6F0-58E2A58BD7DC}"/>
              </a:ext>
            </a:extLst>
          </p:cNvPr>
          <p:cNvSpPr>
            <a:spLocks noGrp="1"/>
          </p:cNvSpPr>
          <p:nvPr>
            <p:ph type="sldNum" sz="quarter" idx="17"/>
          </p:nvPr>
        </p:nvSpPr>
        <p:spPr/>
        <p:txBody>
          <a:bodyPr/>
          <a:lstStyle>
            <a:lvl1pPr>
              <a:defRPr sz="1200">
                <a:latin typeface="+mn-lt"/>
              </a:defRPr>
            </a:lvl1pPr>
          </a:lstStyle>
          <a:p>
            <a:fld id="{A52BEA90-E6BE-45F4-8D5D-C2E01FE3DBCB}" type="slidenum">
              <a:rPr lang="en-US" smtClean="0"/>
              <a:pPr/>
              <a:t>‹#›</a:t>
            </a:fld>
            <a:endParaRPr lang="en-US" dirty="0"/>
          </a:p>
        </p:txBody>
      </p:sp>
    </p:spTree>
    <p:extLst>
      <p:ext uri="{BB962C8B-B14F-4D97-AF65-F5344CB8AC3E}">
        <p14:creationId xmlns:p14="http://schemas.microsoft.com/office/powerpoint/2010/main" val="37620548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672B4B-4559-27DF-AF4A-2F3BA8A21C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49C74C-FFBE-2104-F535-B39556A76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6CCCBA-29DB-40D5-D94F-931A33AF27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E72F2F-4BDE-4C58-BFD9-5B7673922D62}" type="datetimeFigureOut">
              <a:rPr lang="en-US" smtClean="0"/>
              <a:t>8/28/2026</a:t>
            </a:fld>
            <a:endParaRPr lang="en-US"/>
          </a:p>
        </p:txBody>
      </p:sp>
      <p:sp>
        <p:nvSpPr>
          <p:cNvPr id="5" name="Footer Placeholder 4">
            <a:extLst>
              <a:ext uri="{FF2B5EF4-FFF2-40B4-BE49-F238E27FC236}">
                <a16:creationId xmlns:a16="http://schemas.microsoft.com/office/drawing/2014/main" id="{34DFEF51-7C66-B66F-DAC3-8801A3DEDB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B35F22-21DA-6276-3A1F-3074030CFC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276BED-AFE4-415F-852E-C4C364E35B94}" type="slidenum">
              <a:rPr lang="en-US" smtClean="0"/>
              <a:t>‹#›</a:t>
            </a:fld>
            <a:endParaRPr lang="en-US"/>
          </a:p>
        </p:txBody>
      </p:sp>
    </p:spTree>
    <p:extLst>
      <p:ext uri="{BB962C8B-B14F-4D97-AF65-F5344CB8AC3E}">
        <p14:creationId xmlns:p14="http://schemas.microsoft.com/office/powerpoint/2010/main" val="2659249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708E46-4D01-4447-8CEC-46FE59612C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681B95-5205-4CE6-966F-BA251358D8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898D5C-1E53-4DC0-83E4-B447526A96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190425-DAAC-43C0-AE33-BDE99666B26C}" type="datetime1">
              <a:rPr lang="en-US" smtClean="0"/>
              <a:t>8/28/2026</a:t>
            </a:fld>
            <a:endParaRPr lang="en-US"/>
          </a:p>
        </p:txBody>
      </p:sp>
      <p:sp>
        <p:nvSpPr>
          <p:cNvPr id="5" name="Footer Placeholder 4">
            <a:extLst>
              <a:ext uri="{FF2B5EF4-FFF2-40B4-BE49-F238E27FC236}">
                <a16:creationId xmlns:a16="http://schemas.microsoft.com/office/drawing/2014/main" id="{889CE395-9DC2-4BB4-91CD-CBDB3CF423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6FDF43-13D8-4A98-AEF1-4358AB0BD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496646-1D06-451D-96AB-99024272712C}" type="slidenum">
              <a:rPr lang="en-US" smtClean="0"/>
              <a:t>‹#›</a:t>
            </a:fld>
            <a:endParaRPr lang="en-US"/>
          </a:p>
        </p:txBody>
      </p:sp>
    </p:spTree>
    <p:extLst>
      <p:ext uri="{BB962C8B-B14F-4D97-AF65-F5344CB8AC3E}">
        <p14:creationId xmlns:p14="http://schemas.microsoft.com/office/powerpoint/2010/main" val="17565901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gebremedhin@fgcu.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aelshall@fgcu.edu"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hyperlink" Target="https://aselshall.github.io/ads/a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369"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70" name="Group 369">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71" name="Freeform: Shape 370">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2" name="Freeform: Shape 371">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3" name="Freeform: Shape 372">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4" name="Freeform: Shape 373">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5" name="Freeform: Shape 374">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6" name="Freeform: Shape 375">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7" name="Freeform: Shape 376">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7" name="Title 6">
            <a:extLst>
              <a:ext uri="{FF2B5EF4-FFF2-40B4-BE49-F238E27FC236}">
                <a16:creationId xmlns:a16="http://schemas.microsoft.com/office/drawing/2014/main" id="{127D0DFA-1A7D-2B32-BA91-D1C14C168AAB}"/>
              </a:ext>
            </a:extLst>
          </p:cNvPr>
          <p:cNvSpPr>
            <a:spLocks noGrp="1"/>
          </p:cNvSpPr>
          <p:nvPr>
            <p:ph type="ctrTitle"/>
          </p:nvPr>
        </p:nvSpPr>
        <p:spPr>
          <a:xfrm>
            <a:off x="616566" y="1282359"/>
            <a:ext cx="5355602" cy="3786029"/>
          </a:xfrm>
        </p:spPr>
        <p:txBody>
          <a:bodyPr vert="horz" lIns="91440" tIns="45720" rIns="91440" bIns="45720" rtlCol="0" anchor="ctr">
            <a:normAutofit/>
          </a:bodyPr>
          <a:lstStyle/>
          <a:p>
            <a:pPr algn="l"/>
            <a:r>
              <a:rPr lang="en-US" sz="5000" kern="1200" dirty="0">
                <a:solidFill>
                  <a:schemeClr val="bg1"/>
                </a:solidFill>
                <a:latin typeface="+mj-lt"/>
                <a:ea typeface="+mj-ea"/>
                <a:cs typeface="+mj-cs"/>
              </a:rPr>
              <a:t>AI-Powered Dashboard for Green Infrastructure Siting in South Florida </a:t>
            </a:r>
          </a:p>
        </p:txBody>
      </p:sp>
      <p:sp>
        <p:nvSpPr>
          <p:cNvPr id="9" name="Subtitle 8">
            <a:extLst>
              <a:ext uri="{FF2B5EF4-FFF2-40B4-BE49-F238E27FC236}">
                <a16:creationId xmlns:a16="http://schemas.microsoft.com/office/drawing/2014/main" id="{6CC530C1-AD9B-4796-6386-0FBFE0DFDDA0}"/>
              </a:ext>
            </a:extLst>
          </p:cNvPr>
          <p:cNvSpPr>
            <a:spLocks noGrp="1"/>
          </p:cNvSpPr>
          <p:nvPr>
            <p:ph type="subTitle" idx="1"/>
          </p:nvPr>
        </p:nvSpPr>
        <p:spPr>
          <a:xfrm>
            <a:off x="6564885" y="2790591"/>
            <a:ext cx="5070882" cy="2481541"/>
          </a:xfrm>
        </p:spPr>
        <p:txBody>
          <a:bodyPr vert="horz" lIns="91440" tIns="45720" rIns="91440" bIns="45720" rtlCol="0" anchor="ctr">
            <a:normAutofit/>
          </a:bodyPr>
          <a:lstStyle/>
          <a:p>
            <a:pPr algn="l">
              <a:spcBef>
                <a:spcPts val="0"/>
              </a:spcBef>
              <a:spcAft>
                <a:spcPts val="600"/>
              </a:spcAft>
            </a:pPr>
            <a:r>
              <a:rPr lang="en-US" sz="1800" dirty="0">
                <a:solidFill>
                  <a:schemeClr val="tx2"/>
                </a:solidFill>
              </a:rPr>
              <a:t>Mewcha A. Gebremedhin, Ph.D.</a:t>
            </a:r>
          </a:p>
          <a:p>
            <a:pPr algn="l">
              <a:spcBef>
                <a:spcPts val="0"/>
              </a:spcBef>
              <a:spcAft>
                <a:spcPts val="600"/>
              </a:spcAft>
            </a:pPr>
            <a:r>
              <a:rPr lang="en-US" sz="1800" dirty="0">
                <a:solidFill>
                  <a:schemeClr val="tx2"/>
                </a:solidFill>
              </a:rPr>
              <a:t>Postdoctoral Research Scholar  </a:t>
            </a:r>
          </a:p>
          <a:p>
            <a:pPr algn="l">
              <a:spcBef>
                <a:spcPts val="0"/>
              </a:spcBef>
              <a:spcAft>
                <a:spcPts val="600"/>
              </a:spcAft>
            </a:pPr>
            <a:r>
              <a:rPr lang="en-US" sz="1800" dirty="0">
                <a:solidFill>
                  <a:schemeClr val="tx2"/>
                </a:solidFill>
              </a:rPr>
              <a:t>U.A. Whitaker College of Engineering</a:t>
            </a:r>
          </a:p>
          <a:p>
            <a:pPr algn="l">
              <a:spcBef>
                <a:spcPts val="0"/>
              </a:spcBef>
              <a:spcAft>
                <a:spcPts val="600"/>
              </a:spcAft>
            </a:pPr>
            <a:r>
              <a:rPr lang="en-US" sz="1800" dirty="0">
                <a:solidFill>
                  <a:schemeClr val="tx2"/>
                </a:solidFill>
              </a:rPr>
              <a:t>Email: </a:t>
            </a:r>
            <a:r>
              <a:rPr lang="en-US" sz="1800" dirty="0">
                <a:solidFill>
                  <a:schemeClr val="tx2"/>
                </a:solidFill>
                <a:hlinkClick r:id="rId3"/>
              </a:rPr>
              <a:t>mgebremedhin@fgcu.edu</a:t>
            </a:r>
            <a:r>
              <a:rPr lang="en-US" sz="1800" dirty="0">
                <a:solidFill>
                  <a:schemeClr val="tx2"/>
                </a:solidFill>
              </a:rPr>
              <a:t> </a:t>
            </a:r>
          </a:p>
        </p:txBody>
      </p:sp>
      <p:pic>
        <p:nvPicPr>
          <p:cNvPr id="4" name="Picture 3">
            <a:extLst>
              <a:ext uri="{FF2B5EF4-FFF2-40B4-BE49-F238E27FC236}">
                <a16:creationId xmlns:a16="http://schemas.microsoft.com/office/drawing/2014/main" id="{1086E723-4E2D-9121-3295-DC7709BEC198}"/>
              </a:ext>
            </a:extLst>
          </p:cNvPr>
          <p:cNvPicPr>
            <a:picLocks noChangeAspect="1"/>
          </p:cNvPicPr>
          <p:nvPr/>
        </p:nvPicPr>
        <p:blipFill>
          <a:blip r:embed="rId4"/>
          <a:srcRect l="917"/>
          <a:stretch/>
        </p:blipFill>
        <p:spPr>
          <a:xfrm>
            <a:off x="0" y="5629893"/>
            <a:ext cx="12141195" cy="1228114"/>
          </a:xfrm>
          <a:prstGeom prst="rect">
            <a:avLst/>
          </a:prstGeom>
        </p:spPr>
      </p:pic>
      <p:sp>
        <p:nvSpPr>
          <p:cNvPr id="10" name="Subtitle 8">
            <a:extLst>
              <a:ext uri="{FF2B5EF4-FFF2-40B4-BE49-F238E27FC236}">
                <a16:creationId xmlns:a16="http://schemas.microsoft.com/office/drawing/2014/main" id="{A3F69307-B29C-8C7A-F307-24FDE722C763}"/>
              </a:ext>
            </a:extLst>
          </p:cNvPr>
          <p:cNvSpPr txBox="1">
            <a:spLocks/>
          </p:cNvSpPr>
          <p:nvPr/>
        </p:nvSpPr>
        <p:spPr>
          <a:xfrm>
            <a:off x="6487133" y="327396"/>
            <a:ext cx="5070882" cy="248154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spcAft>
                <a:spcPts val="600"/>
              </a:spcAft>
            </a:pPr>
            <a:r>
              <a:rPr lang="en-US" sz="1800">
                <a:solidFill>
                  <a:schemeClr val="tx2"/>
                </a:solidFill>
              </a:rPr>
              <a:t>Ahmed S. Elshall, Ph.D.</a:t>
            </a:r>
          </a:p>
          <a:p>
            <a:pPr algn="l">
              <a:spcBef>
                <a:spcPts val="0"/>
              </a:spcBef>
              <a:spcAft>
                <a:spcPts val="600"/>
              </a:spcAft>
            </a:pPr>
            <a:r>
              <a:rPr lang="en-US" sz="1800">
                <a:solidFill>
                  <a:schemeClr val="tx2"/>
                </a:solidFill>
              </a:rPr>
              <a:t>Assistant Professor - Environmental Engineering </a:t>
            </a:r>
          </a:p>
          <a:p>
            <a:pPr algn="l">
              <a:spcBef>
                <a:spcPts val="0"/>
              </a:spcBef>
              <a:spcAft>
                <a:spcPts val="600"/>
              </a:spcAft>
            </a:pPr>
            <a:r>
              <a:rPr lang="en-US" sz="1800">
                <a:solidFill>
                  <a:schemeClr val="tx2"/>
                </a:solidFill>
              </a:rPr>
              <a:t>U.A. Whitaker College of Engineering</a:t>
            </a:r>
          </a:p>
          <a:p>
            <a:pPr algn="l">
              <a:spcBef>
                <a:spcPts val="0"/>
              </a:spcBef>
              <a:spcAft>
                <a:spcPts val="600"/>
              </a:spcAft>
            </a:pPr>
            <a:r>
              <a:rPr lang="en-US" sz="1800">
                <a:solidFill>
                  <a:schemeClr val="tx2"/>
                </a:solidFill>
              </a:rPr>
              <a:t>Joint Appointment with The Water School </a:t>
            </a:r>
          </a:p>
          <a:p>
            <a:pPr algn="l">
              <a:spcBef>
                <a:spcPts val="0"/>
              </a:spcBef>
              <a:spcAft>
                <a:spcPts val="600"/>
              </a:spcAft>
            </a:pPr>
            <a:r>
              <a:rPr lang="en-US" sz="1800">
                <a:solidFill>
                  <a:schemeClr val="tx2"/>
                </a:solidFill>
              </a:rPr>
              <a:t>Email: </a:t>
            </a:r>
            <a:r>
              <a:rPr lang="en-US" sz="1800">
                <a:solidFill>
                  <a:schemeClr val="tx2"/>
                </a:solidFill>
                <a:hlinkClick r:id="rId5"/>
              </a:rPr>
              <a:t>aelshall@fgcu.edu</a:t>
            </a:r>
            <a:r>
              <a:rPr lang="en-US" sz="1800">
                <a:solidFill>
                  <a:schemeClr val="tx2"/>
                </a:solidFill>
              </a:rPr>
              <a:t> </a:t>
            </a:r>
            <a:endParaRPr lang="en-US" sz="1800" dirty="0">
              <a:solidFill>
                <a:schemeClr val="tx2"/>
              </a:solidFill>
            </a:endParaRPr>
          </a:p>
        </p:txBody>
      </p:sp>
    </p:spTree>
    <p:extLst>
      <p:ext uri="{BB962C8B-B14F-4D97-AF65-F5344CB8AC3E}">
        <p14:creationId xmlns:p14="http://schemas.microsoft.com/office/powerpoint/2010/main" val="4225413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0E489-9931-BCDC-FC66-E199EEC56FBD}"/>
              </a:ext>
            </a:extLst>
          </p:cNvPr>
          <p:cNvSpPr>
            <a:spLocks noGrp="1"/>
          </p:cNvSpPr>
          <p:nvPr>
            <p:ph type="title"/>
          </p:nvPr>
        </p:nvSpPr>
        <p:spPr>
          <a:xfrm>
            <a:off x="538463" y="277253"/>
            <a:ext cx="11109251" cy="1325563"/>
          </a:xfrm>
        </p:spPr>
        <p:txBody>
          <a:bodyPr vert="horz" lIns="91440" tIns="45720" rIns="91440" bIns="45720" rtlCol="0" anchor="ctr">
            <a:normAutofit fontScale="90000"/>
          </a:bodyPr>
          <a:lstStyle/>
          <a:p>
            <a:r>
              <a:rPr lang="en-US" b="1" dirty="0">
                <a:solidFill>
                  <a:srgbClr val="3772A1"/>
                </a:solidFill>
              </a:rPr>
              <a:t>Nature-based Infrastructure for Enhancing Climate Resiliency of Groundwater Resources in South Florida</a:t>
            </a:r>
          </a:p>
        </p:txBody>
      </p:sp>
      <p:pic>
        <p:nvPicPr>
          <p:cNvPr id="3" name="Picture 2">
            <a:extLst>
              <a:ext uri="{FF2B5EF4-FFF2-40B4-BE49-F238E27FC236}">
                <a16:creationId xmlns:a16="http://schemas.microsoft.com/office/drawing/2014/main" id="{C9173BC5-E984-F5E0-687A-7AFCCC13BBF2}"/>
              </a:ext>
            </a:extLst>
          </p:cNvPr>
          <p:cNvPicPr>
            <a:picLocks noChangeAspect="1"/>
          </p:cNvPicPr>
          <p:nvPr/>
        </p:nvPicPr>
        <p:blipFill>
          <a:blip r:embed="rId3"/>
          <a:stretch>
            <a:fillRect/>
          </a:stretch>
        </p:blipFill>
        <p:spPr>
          <a:xfrm>
            <a:off x="9296280" y="4337763"/>
            <a:ext cx="2194560" cy="2194560"/>
          </a:xfrm>
          <a:prstGeom prst="rect">
            <a:avLst/>
          </a:prstGeom>
        </p:spPr>
      </p:pic>
      <p:pic>
        <p:nvPicPr>
          <p:cNvPr id="4" name="Picture 3">
            <a:extLst>
              <a:ext uri="{FF2B5EF4-FFF2-40B4-BE49-F238E27FC236}">
                <a16:creationId xmlns:a16="http://schemas.microsoft.com/office/drawing/2014/main" id="{C1FB88B5-632E-30FC-8837-5079E63DDE29}"/>
              </a:ext>
            </a:extLst>
          </p:cNvPr>
          <p:cNvPicPr>
            <a:picLocks noChangeAspect="1"/>
          </p:cNvPicPr>
          <p:nvPr/>
        </p:nvPicPr>
        <p:blipFill>
          <a:blip r:embed="rId4"/>
          <a:stretch>
            <a:fillRect/>
          </a:stretch>
        </p:blipFill>
        <p:spPr>
          <a:xfrm>
            <a:off x="3807088" y="4292043"/>
            <a:ext cx="2286000" cy="2286000"/>
          </a:xfrm>
          <a:prstGeom prst="rect">
            <a:avLst/>
          </a:prstGeom>
        </p:spPr>
      </p:pic>
      <p:grpSp>
        <p:nvGrpSpPr>
          <p:cNvPr id="10" name="Group 9">
            <a:extLst>
              <a:ext uri="{FF2B5EF4-FFF2-40B4-BE49-F238E27FC236}">
                <a16:creationId xmlns:a16="http://schemas.microsoft.com/office/drawing/2014/main" id="{52956FDF-0DDB-872C-5367-0122E5C2D21F}"/>
              </a:ext>
            </a:extLst>
          </p:cNvPr>
          <p:cNvGrpSpPr>
            <a:grpSpLocks noChangeAspect="1"/>
          </p:cNvGrpSpPr>
          <p:nvPr/>
        </p:nvGrpSpPr>
        <p:grpSpPr>
          <a:xfrm>
            <a:off x="107058" y="4636010"/>
            <a:ext cx="3602401" cy="1601441"/>
            <a:chOff x="5818682" y="1856126"/>
            <a:chExt cx="4676128" cy="2078765"/>
          </a:xfrm>
        </p:grpSpPr>
        <p:sp>
          <p:nvSpPr>
            <p:cNvPr id="6" name="TextBox 5">
              <a:extLst>
                <a:ext uri="{FF2B5EF4-FFF2-40B4-BE49-F238E27FC236}">
                  <a16:creationId xmlns:a16="http://schemas.microsoft.com/office/drawing/2014/main" id="{64B1BFF5-5C53-346F-09EF-F332F323312D}"/>
                </a:ext>
              </a:extLst>
            </p:cNvPr>
            <p:cNvSpPr txBox="1"/>
            <p:nvPr/>
          </p:nvSpPr>
          <p:spPr>
            <a:xfrm>
              <a:off x="5900213" y="3535378"/>
              <a:ext cx="4594597" cy="3995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USGS Caribbean-Florida Water Science Center</a:t>
              </a:r>
            </a:p>
          </p:txBody>
        </p:sp>
        <p:pic>
          <p:nvPicPr>
            <p:cNvPr id="1026" name="Picture 2">
              <a:extLst>
                <a:ext uri="{FF2B5EF4-FFF2-40B4-BE49-F238E27FC236}">
                  <a16:creationId xmlns:a16="http://schemas.microsoft.com/office/drawing/2014/main" id="{E850C994-7384-675B-2197-687FAFDA26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8682" y="1856126"/>
              <a:ext cx="4239495" cy="16957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 name="Group 4">
            <a:extLst>
              <a:ext uri="{FF2B5EF4-FFF2-40B4-BE49-F238E27FC236}">
                <a16:creationId xmlns:a16="http://schemas.microsoft.com/office/drawing/2014/main" id="{32E5F3F8-922C-56E0-D841-8C808590C15E}"/>
              </a:ext>
            </a:extLst>
          </p:cNvPr>
          <p:cNvGrpSpPr/>
          <p:nvPr/>
        </p:nvGrpSpPr>
        <p:grpSpPr>
          <a:xfrm>
            <a:off x="1816789" y="1782429"/>
            <a:ext cx="8594034" cy="2316202"/>
            <a:chOff x="1823249" y="1775157"/>
            <a:chExt cx="8594034" cy="2316202"/>
          </a:xfrm>
        </p:grpSpPr>
        <p:pic>
          <p:nvPicPr>
            <p:cNvPr id="13" name="Picture 12">
              <a:extLst>
                <a:ext uri="{FF2B5EF4-FFF2-40B4-BE49-F238E27FC236}">
                  <a16:creationId xmlns:a16="http://schemas.microsoft.com/office/drawing/2014/main" id="{36FBFCC3-DAAD-4901-039F-C4931F365D87}"/>
                </a:ext>
              </a:extLst>
            </p:cNvPr>
            <p:cNvPicPr>
              <a:picLocks noChangeAspect="1"/>
            </p:cNvPicPr>
            <p:nvPr/>
          </p:nvPicPr>
          <p:blipFill>
            <a:blip r:embed="rId6"/>
            <a:stretch>
              <a:fillRect/>
            </a:stretch>
          </p:blipFill>
          <p:spPr>
            <a:xfrm>
              <a:off x="3576702" y="1842891"/>
              <a:ext cx="1645920" cy="1645920"/>
            </a:xfrm>
            <a:prstGeom prst="rect">
              <a:avLst/>
            </a:prstGeom>
          </p:spPr>
        </p:pic>
        <p:pic>
          <p:nvPicPr>
            <p:cNvPr id="14" name="Picture 13">
              <a:extLst>
                <a:ext uri="{FF2B5EF4-FFF2-40B4-BE49-F238E27FC236}">
                  <a16:creationId xmlns:a16="http://schemas.microsoft.com/office/drawing/2014/main" id="{85D6F2B8-5866-3D73-52C6-E76707FFDC27}"/>
                </a:ext>
              </a:extLst>
            </p:cNvPr>
            <p:cNvPicPr>
              <a:picLocks noChangeAspect="1"/>
            </p:cNvPicPr>
            <p:nvPr/>
          </p:nvPicPr>
          <p:blipFill>
            <a:blip r:embed="rId7"/>
            <a:stretch>
              <a:fillRect/>
            </a:stretch>
          </p:blipFill>
          <p:spPr>
            <a:xfrm>
              <a:off x="7069669" y="1842891"/>
              <a:ext cx="1645920" cy="1645920"/>
            </a:xfrm>
            <a:prstGeom prst="rect">
              <a:avLst/>
            </a:prstGeom>
          </p:spPr>
        </p:pic>
        <p:sp>
          <p:nvSpPr>
            <p:cNvPr id="20" name="TextBox 19">
              <a:extLst>
                <a:ext uri="{FF2B5EF4-FFF2-40B4-BE49-F238E27FC236}">
                  <a16:creationId xmlns:a16="http://schemas.microsoft.com/office/drawing/2014/main" id="{BC33E199-C717-97FD-CD75-901063B112FF}"/>
                </a:ext>
              </a:extLst>
            </p:cNvPr>
            <p:cNvSpPr txBox="1"/>
            <p:nvPr/>
          </p:nvSpPr>
          <p:spPr>
            <a:xfrm>
              <a:off x="7052696" y="3506584"/>
              <a:ext cx="155448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
                  <a:ea typeface="+mn-ea"/>
                  <a:cs typeface="+mn-cs"/>
                </a:rPr>
                <a:t>Seneshaw Tsegaye, WCE</a:t>
              </a:r>
            </a:p>
          </p:txBody>
        </p:sp>
        <p:sp>
          <p:nvSpPr>
            <p:cNvPr id="22" name="TextBox 21">
              <a:extLst>
                <a:ext uri="{FF2B5EF4-FFF2-40B4-BE49-F238E27FC236}">
                  <a16:creationId xmlns:a16="http://schemas.microsoft.com/office/drawing/2014/main" id="{41346FAF-A991-77CA-A598-0456C1A16D3D}"/>
                </a:ext>
              </a:extLst>
            </p:cNvPr>
            <p:cNvSpPr txBox="1"/>
            <p:nvPr/>
          </p:nvSpPr>
          <p:spPr>
            <a:xfrm>
              <a:off x="1823249" y="3506584"/>
              <a:ext cx="162397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
                  <a:ea typeface="+mn-ea"/>
                  <a:cs typeface="+mn-cs"/>
                </a:rPr>
                <a:t>Ahmed Elshall, WCE and TWS </a:t>
              </a:r>
            </a:p>
          </p:txBody>
        </p:sp>
        <p:pic>
          <p:nvPicPr>
            <p:cNvPr id="8" name="Picture 7" descr="A close-up of a person&#10;&#10;Description automatically generated">
              <a:extLst>
                <a:ext uri="{FF2B5EF4-FFF2-40B4-BE49-F238E27FC236}">
                  <a16:creationId xmlns:a16="http://schemas.microsoft.com/office/drawing/2014/main" id="{01B6A294-E44D-6EC8-AE29-5B91605A1F50}"/>
                </a:ext>
              </a:extLst>
            </p:cNvPr>
            <p:cNvPicPr>
              <a:picLocks noChangeAspect="1"/>
            </p:cNvPicPr>
            <p:nvPr/>
          </p:nvPicPr>
          <p:blipFill>
            <a:blip r:embed="rId8">
              <a:extLst>
                <a:ext uri="{28A0092B-C50C-407E-A947-70E740481C1C}">
                  <a14:useLocalDpi xmlns:a14="http://schemas.microsoft.com/office/drawing/2010/main" val="0"/>
                </a:ext>
              </a:extLst>
            </a:blip>
            <a:srcRect t="-2769" b="7633"/>
            <a:stretch/>
          </p:blipFill>
          <p:spPr>
            <a:xfrm>
              <a:off x="1830704" y="1775157"/>
              <a:ext cx="1660144" cy="1737360"/>
            </a:xfrm>
            <a:prstGeom prst="rect">
              <a:avLst/>
            </a:prstGeom>
          </p:spPr>
        </p:pic>
        <p:sp>
          <p:nvSpPr>
            <p:cNvPr id="12" name="TextBox 11">
              <a:extLst>
                <a:ext uri="{FF2B5EF4-FFF2-40B4-BE49-F238E27FC236}">
                  <a16:creationId xmlns:a16="http://schemas.microsoft.com/office/drawing/2014/main" id="{9F717F92-EA44-7FCB-1DC3-D0B6FEB6E54B}"/>
                </a:ext>
              </a:extLst>
            </p:cNvPr>
            <p:cNvSpPr txBox="1"/>
            <p:nvPr/>
          </p:nvSpPr>
          <p:spPr>
            <a:xfrm>
              <a:off x="3432783" y="3506584"/>
              <a:ext cx="1982339"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
                  <a:ea typeface="+mn-ea"/>
                  <a:cs typeface="+mn-cs"/>
                </a:rPr>
                <a:t>Mewcha Gebremedhin, WCE</a:t>
              </a:r>
            </a:p>
          </p:txBody>
        </p:sp>
        <p:pic>
          <p:nvPicPr>
            <p:cNvPr id="18" name="Picture 17">
              <a:extLst>
                <a:ext uri="{FF2B5EF4-FFF2-40B4-BE49-F238E27FC236}">
                  <a16:creationId xmlns:a16="http://schemas.microsoft.com/office/drawing/2014/main" id="{B5B164FB-7F74-2EB8-B944-2F0403862479}"/>
                </a:ext>
              </a:extLst>
            </p:cNvPr>
            <p:cNvPicPr>
              <a:picLocks noChangeAspect="1"/>
            </p:cNvPicPr>
            <p:nvPr/>
          </p:nvPicPr>
          <p:blipFill>
            <a:blip r:embed="rId9"/>
            <a:srcRect b="8784"/>
            <a:stretch/>
          </p:blipFill>
          <p:spPr>
            <a:xfrm>
              <a:off x="8793305" y="1842891"/>
              <a:ext cx="1623978" cy="1645920"/>
            </a:xfrm>
            <a:prstGeom prst="rect">
              <a:avLst/>
            </a:prstGeom>
          </p:spPr>
        </p:pic>
        <p:sp>
          <p:nvSpPr>
            <p:cNvPr id="19" name="TextBox 18">
              <a:extLst>
                <a:ext uri="{FF2B5EF4-FFF2-40B4-BE49-F238E27FC236}">
                  <a16:creationId xmlns:a16="http://schemas.microsoft.com/office/drawing/2014/main" id="{642F5CF9-FB86-3420-6A56-04E0ABE695B3}"/>
                </a:ext>
              </a:extLst>
            </p:cNvPr>
            <p:cNvSpPr txBox="1"/>
            <p:nvPr/>
          </p:nvSpPr>
          <p:spPr>
            <a:xfrm>
              <a:off x="8698626" y="3506584"/>
              <a:ext cx="155448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
                  <a:ea typeface="+mn-ea"/>
                  <a:cs typeface="+mn-cs"/>
                </a:rPr>
                <a:t>Ming Ye, FSU</a:t>
              </a:r>
            </a:p>
          </p:txBody>
        </p:sp>
        <p:pic>
          <p:nvPicPr>
            <p:cNvPr id="23" name="Picture 22">
              <a:extLst>
                <a:ext uri="{FF2B5EF4-FFF2-40B4-BE49-F238E27FC236}">
                  <a16:creationId xmlns:a16="http://schemas.microsoft.com/office/drawing/2014/main" id="{74426A93-E07F-F7CC-D941-D81654C71B8D}"/>
                </a:ext>
              </a:extLst>
            </p:cNvPr>
            <p:cNvPicPr>
              <a:picLocks noChangeAspect="1"/>
            </p:cNvPicPr>
            <p:nvPr/>
          </p:nvPicPr>
          <p:blipFill>
            <a:blip r:embed="rId10"/>
            <a:stretch>
              <a:fillRect/>
            </a:stretch>
          </p:blipFill>
          <p:spPr>
            <a:xfrm>
              <a:off x="5300348" y="1842891"/>
              <a:ext cx="1645920" cy="1645920"/>
            </a:xfrm>
            <a:prstGeom prst="rect">
              <a:avLst/>
            </a:prstGeom>
          </p:spPr>
        </p:pic>
        <p:sp>
          <p:nvSpPr>
            <p:cNvPr id="25" name="TextBox 24">
              <a:extLst>
                <a:ext uri="{FF2B5EF4-FFF2-40B4-BE49-F238E27FC236}">
                  <a16:creationId xmlns:a16="http://schemas.microsoft.com/office/drawing/2014/main" id="{8EBEDADA-28A9-C85F-7096-1AEB30AE7694}"/>
                </a:ext>
              </a:extLst>
            </p:cNvPr>
            <p:cNvSpPr txBox="1"/>
            <p:nvPr/>
          </p:nvSpPr>
          <p:spPr>
            <a:xfrm>
              <a:off x="5298546" y="3506584"/>
              <a:ext cx="1828800" cy="338554"/>
            </a:xfrm>
            <a:prstGeom prst="rect">
              <a:avLst/>
            </a:prstGeom>
            <a:noFill/>
          </p:spPr>
          <p:txBody>
            <a:bodyPr wrap="square">
              <a:spAutoFit/>
            </a:bodyPr>
            <a:lstStyle>
              <a:defPPr>
                <a:defRPr lang="en-US"/>
              </a:defPPr>
              <a:lvl1pPr>
                <a:defRPr sz="1600">
                  <a:latin typeface="Calibri "/>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
                  <a:ea typeface="+mn-ea"/>
                  <a:cs typeface="+mn-cs"/>
                </a:rPr>
                <a:t>Shelly Krueger, UF</a:t>
              </a:r>
            </a:p>
          </p:txBody>
        </p:sp>
      </p:grpSp>
    </p:spTree>
    <p:extLst>
      <p:ext uri="{BB962C8B-B14F-4D97-AF65-F5344CB8AC3E}">
        <p14:creationId xmlns:p14="http://schemas.microsoft.com/office/powerpoint/2010/main" val="305221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16931-5ED2-8CDD-43A5-4855F8CC1C7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8372389-25A4-0661-A990-7656661A4ECA}"/>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3772A1"/>
                </a:solidFill>
                <a:latin typeface="Calibri Light" panose="020F0302020204030204" pitchFamily="34" charset="0"/>
                <a:cs typeface="Calibri Light" panose="020F0302020204030204" pitchFamily="34" charset="0"/>
              </a:rPr>
              <a:t>Project Overview</a:t>
            </a:r>
          </a:p>
        </p:txBody>
      </p:sp>
      <p:grpSp>
        <p:nvGrpSpPr>
          <p:cNvPr id="43" name="Group 42">
            <a:extLst>
              <a:ext uri="{FF2B5EF4-FFF2-40B4-BE49-F238E27FC236}">
                <a16:creationId xmlns:a16="http://schemas.microsoft.com/office/drawing/2014/main" id="{CDF4FC49-788D-6F33-2042-95182DE6E96D}"/>
              </a:ext>
            </a:extLst>
          </p:cNvPr>
          <p:cNvGrpSpPr/>
          <p:nvPr/>
        </p:nvGrpSpPr>
        <p:grpSpPr>
          <a:xfrm>
            <a:off x="5606130" y="3055652"/>
            <a:ext cx="1098000" cy="1098000"/>
            <a:chOff x="6967584" y="2475488"/>
            <a:chExt cx="1098000" cy="1098000"/>
          </a:xfrm>
        </p:grpSpPr>
        <p:sp>
          <p:nvSpPr>
            <p:cNvPr id="44" name="Oval 43">
              <a:extLst>
                <a:ext uri="{FF2B5EF4-FFF2-40B4-BE49-F238E27FC236}">
                  <a16:creationId xmlns:a16="http://schemas.microsoft.com/office/drawing/2014/main" id="{DD336D1B-4432-477A-27AF-93116253C8C9}"/>
                </a:ext>
              </a:extLst>
            </p:cNvPr>
            <p:cNvSpPr/>
            <p:nvPr/>
          </p:nvSpPr>
          <p:spPr>
            <a:xfrm>
              <a:off x="6967584" y="2475488"/>
              <a:ext cx="1098000" cy="1098000"/>
            </a:xfrm>
            <a:prstGeom prst="ellipse">
              <a:avLst/>
            </a:prstGeom>
            <a:solidFill>
              <a:srgbClr val="5B9BD5">
                <a:hueOff val="-5068907"/>
                <a:satOff val="-13064"/>
                <a:lumOff val="-8824"/>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5" name="Rectangle 44" descr="Handshake">
              <a:extLst>
                <a:ext uri="{FF2B5EF4-FFF2-40B4-BE49-F238E27FC236}">
                  <a16:creationId xmlns:a16="http://schemas.microsoft.com/office/drawing/2014/main" id="{607B0DAC-520C-3B0F-588A-F0ECA777A027}"/>
                </a:ext>
              </a:extLst>
            </p:cNvPr>
            <p:cNvSpPr/>
            <p:nvPr/>
          </p:nvSpPr>
          <p:spPr>
            <a:xfrm>
              <a:off x="7201584" y="270948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46" name="TextBox 45">
            <a:extLst>
              <a:ext uri="{FF2B5EF4-FFF2-40B4-BE49-F238E27FC236}">
                <a16:creationId xmlns:a16="http://schemas.microsoft.com/office/drawing/2014/main" id="{91F60B24-4CAC-AB0E-8758-1D10DAF25408}"/>
              </a:ext>
            </a:extLst>
          </p:cNvPr>
          <p:cNvSpPr txBox="1"/>
          <p:nvPr/>
        </p:nvSpPr>
        <p:spPr>
          <a:xfrm>
            <a:off x="5492584" y="4197563"/>
            <a:ext cx="1482622" cy="646331"/>
          </a:xfrm>
          <a:prstGeom prst="rect">
            <a:avLst/>
          </a:prstGeom>
          <a:noFill/>
        </p:spPr>
        <p:txBody>
          <a:bodyPr wrap="square" rtlCol="0">
            <a:spAutoFit/>
          </a:bodyPr>
          <a:lstStyle/>
          <a:p>
            <a:r>
              <a:rPr lang="en-US" dirty="0">
                <a:solidFill>
                  <a:prstClr val="black"/>
                </a:solidFill>
                <a:latin typeface="+mj-lt"/>
              </a:rPr>
              <a:t>Collaborative modeling </a:t>
            </a:r>
          </a:p>
        </p:txBody>
      </p:sp>
      <p:sp>
        <p:nvSpPr>
          <p:cNvPr id="47" name="Oval 46">
            <a:extLst>
              <a:ext uri="{FF2B5EF4-FFF2-40B4-BE49-F238E27FC236}">
                <a16:creationId xmlns:a16="http://schemas.microsoft.com/office/drawing/2014/main" id="{D7E5D41E-4BE2-7CEF-EC38-A10D32099FB3}"/>
              </a:ext>
            </a:extLst>
          </p:cNvPr>
          <p:cNvSpPr/>
          <p:nvPr/>
        </p:nvSpPr>
        <p:spPr>
          <a:xfrm>
            <a:off x="3452480" y="2083862"/>
            <a:ext cx="1098000" cy="1098000"/>
          </a:xfrm>
          <a:prstGeom prst="ellipse">
            <a:avLst/>
          </a:prstGeom>
          <a:solidFill>
            <a:srgbClr val="5B9BD5">
              <a:hueOff val="0"/>
              <a:satOff val="0"/>
              <a:lumOff val="0"/>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48" name="Rectangle 47" descr="Bridge scene">
            <a:extLst>
              <a:ext uri="{FF2B5EF4-FFF2-40B4-BE49-F238E27FC236}">
                <a16:creationId xmlns:a16="http://schemas.microsoft.com/office/drawing/2014/main" id="{B1F5B32B-141F-3413-494E-797A277923BF}"/>
              </a:ext>
            </a:extLst>
          </p:cNvPr>
          <p:cNvSpPr/>
          <p:nvPr/>
        </p:nvSpPr>
        <p:spPr>
          <a:xfrm>
            <a:off x="3686480" y="2323924"/>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sp>
        <p:nvSpPr>
          <p:cNvPr id="49" name="TextBox 48">
            <a:extLst>
              <a:ext uri="{FF2B5EF4-FFF2-40B4-BE49-F238E27FC236}">
                <a16:creationId xmlns:a16="http://schemas.microsoft.com/office/drawing/2014/main" id="{41863772-6417-7E0A-124F-E497095684F7}"/>
              </a:ext>
            </a:extLst>
          </p:cNvPr>
          <p:cNvSpPr txBox="1"/>
          <p:nvPr/>
        </p:nvSpPr>
        <p:spPr>
          <a:xfrm>
            <a:off x="1761696" y="2294655"/>
            <a:ext cx="1690784" cy="646331"/>
          </a:xfrm>
          <a:prstGeom prst="rect">
            <a:avLst/>
          </a:prstGeom>
          <a:noFill/>
        </p:spPr>
        <p:txBody>
          <a:bodyPr wrap="square" rtlCol="0">
            <a:spAutoFit/>
          </a:bodyPr>
          <a:lstStyle/>
          <a:p>
            <a:r>
              <a:rPr lang="en-US" dirty="0">
                <a:solidFill>
                  <a:prstClr val="black"/>
                </a:solidFill>
                <a:latin typeface="+mj-lt"/>
              </a:rPr>
              <a:t>Assess climate change impacts</a:t>
            </a:r>
          </a:p>
        </p:txBody>
      </p:sp>
      <p:grpSp>
        <p:nvGrpSpPr>
          <p:cNvPr id="50" name="Group 49">
            <a:extLst>
              <a:ext uri="{FF2B5EF4-FFF2-40B4-BE49-F238E27FC236}">
                <a16:creationId xmlns:a16="http://schemas.microsoft.com/office/drawing/2014/main" id="{05F7EF7F-EFBD-84E4-76F3-798FB0411043}"/>
              </a:ext>
            </a:extLst>
          </p:cNvPr>
          <p:cNvGrpSpPr/>
          <p:nvPr/>
        </p:nvGrpSpPr>
        <p:grpSpPr>
          <a:xfrm>
            <a:off x="7818417" y="2083862"/>
            <a:ext cx="1098000" cy="1098000"/>
            <a:chOff x="2437272" y="2475488"/>
            <a:chExt cx="1098000" cy="1098000"/>
          </a:xfrm>
        </p:grpSpPr>
        <p:sp>
          <p:nvSpPr>
            <p:cNvPr id="51" name="Oval 50">
              <a:extLst>
                <a:ext uri="{FF2B5EF4-FFF2-40B4-BE49-F238E27FC236}">
                  <a16:creationId xmlns:a16="http://schemas.microsoft.com/office/drawing/2014/main" id="{020E7F25-0481-D385-DC27-91E705BA1EB7}"/>
                </a:ext>
              </a:extLst>
            </p:cNvPr>
            <p:cNvSpPr/>
            <p:nvPr/>
          </p:nvSpPr>
          <p:spPr>
            <a:xfrm>
              <a:off x="2437272" y="2475488"/>
              <a:ext cx="1098000" cy="1098000"/>
            </a:xfrm>
            <a:prstGeom prst="ellipse">
              <a:avLst/>
            </a:prstGeom>
            <a:solidFill>
              <a:srgbClr val="5B9BD5">
                <a:hueOff val="-1689636"/>
                <a:satOff val="-4355"/>
                <a:lumOff val="-2941"/>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52" name="Rectangle 51" descr="Water">
              <a:extLst>
                <a:ext uri="{FF2B5EF4-FFF2-40B4-BE49-F238E27FC236}">
                  <a16:creationId xmlns:a16="http://schemas.microsoft.com/office/drawing/2014/main" id="{7E208B03-CC58-2CE0-A53F-B091BA4375FD}"/>
                </a:ext>
              </a:extLst>
            </p:cNvPr>
            <p:cNvSpPr/>
            <p:nvPr/>
          </p:nvSpPr>
          <p:spPr>
            <a:xfrm>
              <a:off x="2671272" y="270948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53" name="TextBox 52">
            <a:extLst>
              <a:ext uri="{FF2B5EF4-FFF2-40B4-BE49-F238E27FC236}">
                <a16:creationId xmlns:a16="http://schemas.microsoft.com/office/drawing/2014/main" id="{5CE3AECC-611B-7BCC-C246-AEC285775516}"/>
              </a:ext>
            </a:extLst>
          </p:cNvPr>
          <p:cNvSpPr txBox="1"/>
          <p:nvPr/>
        </p:nvSpPr>
        <p:spPr>
          <a:xfrm>
            <a:off x="9205076" y="2171197"/>
            <a:ext cx="2175148" cy="1200329"/>
          </a:xfrm>
          <a:prstGeom prst="rect">
            <a:avLst/>
          </a:prstGeom>
          <a:noFill/>
        </p:spPr>
        <p:txBody>
          <a:bodyPr wrap="square" rtlCol="0">
            <a:spAutoFit/>
          </a:bodyPr>
          <a:lstStyle/>
          <a:p>
            <a:r>
              <a:rPr lang="en-US" dirty="0">
                <a:solidFill>
                  <a:prstClr val="black"/>
                </a:solidFill>
                <a:latin typeface="+mj-lt"/>
              </a:rPr>
              <a:t>Evaluate nature-based infrastructure for mitigation (local or regional)</a:t>
            </a:r>
          </a:p>
        </p:txBody>
      </p:sp>
      <p:grpSp>
        <p:nvGrpSpPr>
          <p:cNvPr id="54" name="Group 53">
            <a:extLst>
              <a:ext uri="{FF2B5EF4-FFF2-40B4-BE49-F238E27FC236}">
                <a16:creationId xmlns:a16="http://schemas.microsoft.com/office/drawing/2014/main" id="{75837405-240F-E8C9-6662-2281E9259E6E}"/>
              </a:ext>
            </a:extLst>
          </p:cNvPr>
          <p:cNvGrpSpPr/>
          <p:nvPr/>
        </p:nvGrpSpPr>
        <p:grpSpPr>
          <a:xfrm>
            <a:off x="7818416" y="4592039"/>
            <a:ext cx="1098000" cy="1207800"/>
            <a:chOff x="11555944" y="2458514"/>
            <a:chExt cx="1098000" cy="1098000"/>
          </a:xfrm>
        </p:grpSpPr>
        <p:sp>
          <p:nvSpPr>
            <p:cNvPr id="55" name="Oval 54">
              <a:extLst>
                <a:ext uri="{FF2B5EF4-FFF2-40B4-BE49-F238E27FC236}">
                  <a16:creationId xmlns:a16="http://schemas.microsoft.com/office/drawing/2014/main" id="{7342258A-4359-9E6F-497A-C6BAB411423F}"/>
                </a:ext>
              </a:extLst>
            </p:cNvPr>
            <p:cNvSpPr/>
            <p:nvPr/>
          </p:nvSpPr>
          <p:spPr>
            <a:xfrm>
              <a:off x="11555944" y="2458514"/>
              <a:ext cx="1098000" cy="1098000"/>
            </a:xfrm>
            <a:prstGeom prst="ellipse">
              <a:avLst/>
            </a:prstGeom>
            <a:solidFill>
              <a:srgbClr val="FFC000"/>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pic>
          <p:nvPicPr>
            <p:cNvPr id="56" name="Graphic 55" descr="Classroom outline">
              <a:extLst>
                <a:ext uri="{FF2B5EF4-FFF2-40B4-BE49-F238E27FC236}">
                  <a16:creationId xmlns:a16="http://schemas.microsoft.com/office/drawing/2014/main" id="{C61C4FE7-1D6D-F81C-BAB3-28ECECDBC84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784904" y="2687473"/>
              <a:ext cx="640080" cy="640080"/>
            </a:xfrm>
            <a:prstGeom prst="rect">
              <a:avLst/>
            </a:prstGeom>
          </p:spPr>
        </p:pic>
      </p:grpSp>
      <p:sp>
        <p:nvSpPr>
          <p:cNvPr id="57" name="TextBox 56">
            <a:extLst>
              <a:ext uri="{FF2B5EF4-FFF2-40B4-BE49-F238E27FC236}">
                <a16:creationId xmlns:a16="http://schemas.microsoft.com/office/drawing/2014/main" id="{23F733CA-FB9A-48A6-C2BA-BB37ACED2255}"/>
              </a:ext>
            </a:extLst>
          </p:cNvPr>
          <p:cNvSpPr txBox="1"/>
          <p:nvPr/>
        </p:nvSpPr>
        <p:spPr>
          <a:xfrm>
            <a:off x="9205076" y="4734273"/>
            <a:ext cx="1581339" cy="923330"/>
          </a:xfrm>
          <a:prstGeom prst="rect">
            <a:avLst/>
          </a:prstGeom>
          <a:noFill/>
        </p:spPr>
        <p:txBody>
          <a:bodyPr wrap="square" rtlCol="0">
            <a:spAutoFit/>
          </a:bodyPr>
          <a:lstStyle/>
          <a:p>
            <a:r>
              <a:rPr lang="en-US" dirty="0">
                <a:solidFill>
                  <a:prstClr val="black"/>
                </a:solidFill>
                <a:latin typeface="+mj-lt"/>
              </a:rPr>
              <a:t>Groundwater education and outreach </a:t>
            </a:r>
          </a:p>
        </p:txBody>
      </p:sp>
      <p:grpSp>
        <p:nvGrpSpPr>
          <p:cNvPr id="58" name="Group 57">
            <a:extLst>
              <a:ext uri="{FF2B5EF4-FFF2-40B4-BE49-F238E27FC236}">
                <a16:creationId xmlns:a16="http://schemas.microsoft.com/office/drawing/2014/main" id="{C4641E82-0826-4905-3A40-B5AB2427B6C0}"/>
              </a:ext>
            </a:extLst>
          </p:cNvPr>
          <p:cNvGrpSpPr/>
          <p:nvPr/>
        </p:nvGrpSpPr>
        <p:grpSpPr>
          <a:xfrm>
            <a:off x="3452480" y="4646939"/>
            <a:ext cx="1098000" cy="1098000"/>
            <a:chOff x="9272142" y="2475488"/>
            <a:chExt cx="1098000" cy="1098000"/>
          </a:xfrm>
        </p:grpSpPr>
        <p:sp>
          <p:nvSpPr>
            <p:cNvPr id="59" name="Oval 58">
              <a:extLst>
                <a:ext uri="{FF2B5EF4-FFF2-40B4-BE49-F238E27FC236}">
                  <a16:creationId xmlns:a16="http://schemas.microsoft.com/office/drawing/2014/main" id="{A616BF16-6E65-0414-F3ED-6194ACF32CD4}"/>
                </a:ext>
              </a:extLst>
            </p:cNvPr>
            <p:cNvSpPr/>
            <p:nvPr/>
          </p:nvSpPr>
          <p:spPr>
            <a:xfrm>
              <a:off x="9272142" y="2475488"/>
              <a:ext cx="1098000" cy="1098000"/>
            </a:xfrm>
            <a:prstGeom prst="ellipse">
              <a:avLst/>
            </a:prstGeom>
            <a:solidFill>
              <a:srgbClr val="5B9BD5">
                <a:hueOff val="-6758543"/>
                <a:satOff val="-17419"/>
                <a:lumOff val="-11765"/>
                <a:alphaOff val="0"/>
              </a:srgbClr>
            </a:soli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60" name="Rectangle 59" descr="Internet">
              <a:extLst>
                <a:ext uri="{FF2B5EF4-FFF2-40B4-BE49-F238E27FC236}">
                  <a16:creationId xmlns:a16="http://schemas.microsoft.com/office/drawing/2014/main" id="{38FFA9E4-ACF9-68E5-20C4-10D682581C6B}"/>
                </a:ext>
              </a:extLst>
            </p:cNvPr>
            <p:cNvSpPr/>
            <p:nvPr/>
          </p:nvSpPr>
          <p:spPr>
            <a:xfrm>
              <a:off x="9506142" y="270948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61" name="TextBox 60">
            <a:extLst>
              <a:ext uri="{FF2B5EF4-FFF2-40B4-BE49-F238E27FC236}">
                <a16:creationId xmlns:a16="http://schemas.microsoft.com/office/drawing/2014/main" id="{AF26935C-DFE0-58ED-BA66-99A274195AB3}"/>
              </a:ext>
            </a:extLst>
          </p:cNvPr>
          <p:cNvSpPr txBox="1"/>
          <p:nvPr/>
        </p:nvSpPr>
        <p:spPr>
          <a:xfrm>
            <a:off x="1969858" y="4769286"/>
            <a:ext cx="1482622" cy="923330"/>
          </a:xfrm>
          <a:prstGeom prst="rect">
            <a:avLst/>
          </a:prstGeom>
          <a:noFill/>
        </p:spPr>
        <p:txBody>
          <a:bodyPr wrap="square" rtlCol="0">
            <a:spAutoFit/>
          </a:bodyPr>
          <a:lstStyle/>
          <a:p>
            <a:r>
              <a:rPr lang="en-US" dirty="0">
                <a:solidFill>
                  <a:prstClr val="black"/>
                </a:solidFill>
                <a:latin typeface="+mj-lt"/>
              </a:rPr>
              <a:t>Web-based platform for data sharing</a:t>
            </a:r>
          </a:p>
        </p:txBody>
      </p:sp>
      <p:cxnSp>
        <p:nvCxnSpPr>
          <p:cNvPr id="62" name="Straight Arrow Connector 61">
            <a:extLst>
              <a:ext uri="{FF2B5EF4-FFF2-40B4-BE49-F238E27FC236}">
                <a16:creationId xmlns:a16="http://schemas.microsoft.com/office/drawing/2014/main" id="{695FDCD0-EC8F-122B-990A-05AB58910309}"/>
              </a:ext>
            </a:extLst>
          </p:cNvPr>
          <p:cNvCxnSpPr>
            <a:stCxn id="51" idx="4"/>
            <a:endCxn id="55" idx="0"/>
          </p:cNvCxnSpPr>
          <p:nvPr/>
        </p:nvCxnSpPr>
        <p:spPr>
          <a:xfrm flipH="1">
            <a:off x="8367416" y="3181862"/>
            <a:ext cx="1" cy="1410177"/>
          </a:xfrm>
          <a:prstGeom prst="straightConnector1">
            <a:avLst/>
          </a:prstGeom>
          <a:noFill/>
          <a:ln w="6350" cap="flat" cmpd="sng" algn="ctr">
            <a:solidFill>
              <a:srgbClr val="4472C4"/>
            </a:solidFill>
            <a:prstDash val="solid"/>
            <a:miter lim="800000"/>
            <a:tailEnd type="triangle"/>
          </a:ln>
          <a:effectLst/>
        </p:spPr>
      </p:cxnSp>
      <p:cxnSp>
        <p:nvCxnSpPr>
          <p:cNvPr id="63" name="Straight Arrow Connector 62">
            <a:extLst>
              <a:ext uri="{FF2B5EF4-FFF2-40B4-BE49-F238E27FC236}">
                <a16:creationId xmlns:a16="http://schemas.microsoft.com/office/drawing/2014/main" id="{4CFD671F-401B-920D-D954-FFCAD2B4E042}"/>
              </a:ext>
            </a:extLst>
          </p:cNvPr>
          <p:cNvCxnSpPr>
            <a:stCxn id="47" idx="6"/>
            <a:endCxn id="51" idx="2"/>
          </p:cNvCxnSpPr>
          <p:nvPr/>
        </p:nvCxnSpPr>
        <p:spPr>
          <a:xfrm>
            <a:off x="4550480" y="2632862"/>
            <a:ext cx="3267937" cy="0"/>
          </a:xfrm>
          <a:prstGeom prst="straightConnector1">
            <a:avLst/>
          </a:prstGeom>
          <a:noFill/>
          <a:ln w="6350" cap="flat" cmpd="sng" algn="ctr">
            <a:solidFill>
              <a:srgbClr val="4472C4"/>
            </a:solidFill>
            <a:prstDash val="solid"/>
            <a:miter lim="800000"/>
            <a:tailEnd type="triangle"/>
          </a:ln>
          <a:effectLst/>
        </p:spPr>
      </p:cxnSp>
      <p:cxnSp>
        <p:nvCxnSpPr>
          <p:cNvPr id="64" name="Straight Arrow Connector 63">
            <a:extLst>
              <a:ext uri="{FF2B5EF4-FFF2-40B4-BE49-F238E27FC236}">
                <a16:creationId xmlns:a16="http://schemas.microsoft.com/office/drawing/2014/main" id="{C5578E1A-E57A-B4E5-77E1-03D139F8723E}"/>
              </a:ext>
            </a:extLst>
          </p:cNvPr>
          <p:cNvCxnSpPr>
            <a:stCxn id="55" idx="2"/>
            <a:endCxn id="59" idx="6"/>
          </p:cNvCxnSpPr>
          <p:nvPr/>
        </p:nvCxnSpPr>
        <p:spPr>
          <a:xfrm flipH="1">
            <a:off x="4550480" y="5195939"/>
            <a:ext cx="3267936" cy="0"/>
          </a:xfrm>
          <a:prstGeom prst="straightConnector1">
            <a:avLst/>
          </a:prstGeom>
          <a:noFill/>
          <a:ln w="6350" cap="flat" cmpd="sng" algn="ctr">
            <a:solidFill>
              <a:srgbClr val="4472C4"/>
            </a:solidFill>
            <a:prstDash val="solid"/>
            <a:miter lim="800000"/>
            <a:tailEnd type="triangle"/>
          </a:ln>
          <a:effectLst/>
        </p:spPr>
      </p:cxnSp>
      <p:cxnSp>
        <p:nvCxnSpPr>
          <p:cNvPr id="65" name="Straight Arrow Connector 64">
            <a:extLst>
              <a:ext uri="{FF2B5EF4-FFF2-40B4-BE49-F238E27FC236}">
                <a16:creationId xmlns:a16="http://schemas.microsoft.com/office/drawing/2014/main" id="{10AAEE0C-A20B-A51E-17D8-12CB0DCFCCE8}"/>
              </a:ext>
            </a:extLst>
          </p:cNvPr>
          <p:cNvCxnSpPr>
            <a:stCxn id="59" idx="0"/>
            <a:endCxn id="47" idx="4"/>
          </p:cNvCxnSpPr>
          <p:nvPr/>
        </p:nvCxnSpPr>
        <p:spPr>
          <a:xfrm flipV="1">
            <a:off x="4001480" y="3181862"/>
            <a:ext cx="0" cy="1465077"/>
          </a:xfrm>
          <a:prstGeom prst="straightConnector1">
            <a:avLst/>
          </a:prstGeom>
          <a:noFill/>
          <a:ln w="6350" cap="flat" cmpd="sng" algn="ctr">
            <a:solidFill>
              <a:srgbClr val="4472C4"/>
            </a:solidFill>
            <a:prstDash val="solid"/>
            <a:miter lim="800000"/>
            <a:tailEnd type="triangle"/>
          </a:ln>
          <a:effectLst/>
        </p:spPr>
      </p:cxnSp>
    </p:spTree>
    <p:extLst>
      <p:ext uri="{BB962C8B-B14F-4D97-AF65-F5344CB8AC3E}">
        <p14:creationId xmlns:p14="http://schemas.microsoft.com/office/powerpoint/2010/main" val="211786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animBg="1"/>
      <p:bldP spid="49" grpId="0"/>
      <p:bldP spid="53" grpId="0"/>
      <p:bldP spid="57" grpId="0"/>
      <p:bldP spid="6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5D684-FA25-6B8E-9E80-8371E34CE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6BA27-2194-F4A1-F135-F6A79DD12109}"/>
              </a:ext>
            </a:extLst>
          </p:cNvPr>
          <p:cNvSpPr>
            <a:spLocks noGrp="1"/>
          </p:cNvSpPr>
          <p:nvPr>
            <p:ph type="title"/>
          </p:nvPr>
        </p:nvSpPr>
        <p:spPr>
          <a:xfrm>
            <a:off x="838200" y="252582"/>
            <a:ext cx="10694158" cy="1325563"/>
          </a:xfrm>
        </p:spPr>
        <p:txBody>
          <a:bodyPr vert="horz" lIns="91440" tIns="45720" rIns="91440" bIns="45720" rtlCol="0" anchor="ctr">
            <a:normAutofit fontScale="90000"/>
          </a:bodyPr>
          <a:lstStyle/>
          <a:p>
            <a:r>
              <a:rPr lang="en-US" sz="4000" b="1" dirty="0">
                <a:solidFill>
                  <a:srgbClr val="3772A1"/>
                </a:solidFill>
                <a:latin typeface="Calibri Light" panose="020F0302020204030204" pitchFamily="34" charset="0"/>
                <a:cs typeface="Calibri Light" panose="020F0302020204030204" pitchFamily="34" charset="0"/>
              </a:rPr>
              <a:t>Urban development increases stormwater runoff creating a need for effective green infrastructure planning</a:t>
            </a:r>
          </a:p>
        </p:txBody>
      </p:sp>
      <p:pic>
        <p:nvPicPr>
          <p:cNvPr id="4" name="Picture 3">
            <a:extLst>
              <a:ext uri="{FF2B5EF4-FFF2-40B4-BE49-F238E27FC236}">
                <a16:creationId xmlns:a16="http://schemas.microsoft.com/office/drawing/2014/main" id="{9CEB2915-E457-182E-94AF-A7E7A01F4A26}"/>
              </a:ext>
            </a:extLst>
          </p:cNvPr>
          <p:cNvPicPr>
            <a:picLocks noChangeAspect="1"/>
          </p:cNvPicPr>
          <p:nvPr/>
        </p:nvPicPr>
        <p:blipFill>
          <a:blip r:embed="rId3"/>
          <a:srcRect l="2136" t="23191" r="67553" b="62868"/>
          <a:stretch>
            <a:fillRect/>
          </a:stretch>
        </p:blipFill>
        <p:spPr>
          <a:xfrm>
            <a:off x="402103" y="2103437"/>
            <a:ext cx="4324350" cy="1325563"/>
          </a:xfrm>
          <a:prstGeom prst="rect">
            <a:avLst/>
          </a:prstGeom>
        </p:spPr>
      </p:pic>
      <p:pic>
        <p:nvPicPr>
          <p:cNvPr id="6" name="Picture 5">
            <a:extLst>
              <a:ext uri="{FF2B5EF4-FFF2-40B4-BE49-F238E27FC236}">
                <a16:creationId xmlns:a16="http://schemas.microsoft.com/office/drawing/2014/main" id="{44CC3640-EDED-DE6B-1F64-06FD4C79A935}"/>
              </a:ext>
            </a:extLst>
          </p:cNvPr>
          <p:cNvPicPr>
            <a:picLocks noChangeAspect="1"/>
          </p:cNvPicPr>
          <p:nvPr/>
        </p:nvPicPr>
        <p:blipFill>
          <a:blip r:embed="rId4"/>
          <a:srcRect l="33658" t="25368" r="29213" b="30807"/>
          <a:stretch>
            <a:fillRect/>
          </a:stretch>
        </p:blipFill>
        <p:spPr>
          <a:xfrm>
            <a:off x="5153088" y="2103437"/>
            <a:ext cx="3819525" cy="3005480"/>
          </a:xfrm>
          <a:prstGeom prst="rect">
            <a:avLst/>
          </a:prstGeom>
        </p:spPr>
      </p:pic>
      <p:pic>
        <p:nvPicPr>
          <p:cNvPr id="8" name="Picture 7">
            <a:extLst>
              <a:ext uri="{FF2B5EF4-FFF2-40B4-BE49-F238E27FC236}">
                <a16:creationId xmlns:a16="http://schemas.microsoft.com/office/drawing/2014/main" id="{004CD931-CCAE-D57E-5D59-D34D8A63610F}"/>
              </a:ext>
            </a:extLst>
          </p:cNvPr>
          <p:cNvPicPr>
            <a:picLocks noChangeAspect="1"/>
          </p:cNvPicPr>
          <p:nvPr/>
        </p:nvPicPr>
        <p:blipFill>
          <a:blip r:embed="rId3"/>
          <a:srcRect l="3598" t="59125" r="86234" b="31811"/>
          <a:stretch>
            <a:fillRect/>
          </a:stretch>
        </p:blipFill>
        <p:spPr>
          <a:xfrm>
            <a:off x="499257" y="3989298"/>
            <a:ext cx="1835871" cy="1090702"/>
          </a:xfrm>
          <a:prstGeom prst="rect">
            <a:avLst/>
          </a:prstGeom>
        </p:spPr>
      </p:pic>
      <p:pic>
        <p:nvPicPr>
          <p:cNvPr id="10" name="Picture 9">
            <a:extLst>
              <a:ext uri="{FF2B5EF4-FFF2-40B4-BE49-F238E27FC236}">
                <a16:creationId xmlns:a16="http://schemas.microsoft.com/office/drawing/2014/main" id="{9E55C1DB-817B-AD5C-51E0-8D2730FFD9C3}"/>
              </a:ext>
            </a:extLst>
          </p:cNvPr>
          <p:cNvPicPr>
            <a:picLocks noChangeAspect="1"/>
          </p:cNvPicPr>
          <p:nvPr/>
        </p:nvPicPr>
        <p:blipFill>
          <a:blip r:embed="rId5"/>
          <a:srcRect l="73985" t="27786" r="4500" b="20329"/>
          <a:stretch>
            <a:fillRect/>
          </a:stretch>
        </p:blipFill>
        <p:spPr>
          <a:xfrm>
            <a:off x="9504393" y="2103437"/>
            <a:ext cx="2212587" cy="3558191"/>
          </a:xfrm>
          <a:prstGeom prst="rect">
            <a:avLst/>
          </a:prstGeom>
        </p:spPr>
      </p:pic>
      <p:pic>
        <p:nvPicPr>
          <p:cNvPr id="14" name="Picture 13">
            <a:extLst>
              <a:ext uri="{FF2B5EF4-FFF2-40B4-BE49-F238E27FC236}">
                <a16:creationId xmlns:a16="http://schemas.microsoft.com/office/drawing/2014/main" id="{908A9605-06CE-1559-4245-50EB6ADA4FB7}"/>
              </a:ext>
            </a:extLst>
          </p:cNvPr>
          <p:cNvPicPr>
            <a:picLocks noChangeAspect="1"/>
          </p:cNvPicPr>
          <p:nvPr/>
        </p:nvPicPr>
        <p:blipFill>
          <a:blip r:embed="rId3"/>
          <a:srcRect l="3184" t="71363" r="86385" b="20405"/>
          <a:stretch>
            <a:fillRect/>
          </a:stretch>
        </p:blipFill>
        <p:spPr>
          <a:xfrm>
            <a:off x="2782021" y="4015988"/>
            <a:ext cx="1944946" cy="1023124"/>
          </a:xfrm>
          <a:prstGeom prst="rect">
            <a:avLst/>
          </a:prstGeom>
        </p:spPr>
      </p:pic>
      <p:sp>
        <p:nvSpPr>
          <p:cNvPr id="16" name="TextBox 15">
            <a:extLst>
              <a:ext uri="{FF2B5EF4-FFF2-40B4-BE49-F238E27FC236}">
                <a16:creationId xmlns:a16="http://schemas.microsoft.com/office/drawing/2014/main" id="{762FDA97-45B4-0570-5A05-70F3036EFC02}"/>
              </a:ext>
            </a:extLst>
          </p:cNvPr>
          <p:cNvSpPr txBox="1"/>
          <p:nvPr/>
        </p:nvSpPr>
        <p:spPr>
          <a:xfrm>
            <a:off x="499256" y="5136435"/>
            <a:ext cx="1956623" cy="338554"/>
          </a:xfrm>
          <a:prstGeom prst="rect">
            <a:avLst/>
          </a:prstGeom>
          <a:noFill/>
        </p:spPr>
        <p:txBody>
          <a:bodyPr wrap="square">
            <a:spAutoFit/>
          </a:bodyPr>
          <a:lstStyle/>
          <a:p>
            <a:r>
              <a:rPr lang="en-US" sz="1600" b="1" dirty="0">
                <a:solidFill>
                  <a:schemeClr val="tx1">
                    <a:lumMod val="65000"/>
                    <a:lumOff val="35000"/>
                  </a:schemeClr>
                </a:solidFill>
              </a:rPr>
              <a:t>Gray infrastructure</a:t>
            </a:r>
          </a:p>
        </p:txBody>
      </p:sp>
      <p:sp>
        <p:nvSpPr>
          <p:cNvPr id="18" name="TextBox 17">
            <a:extLst>
              <a:ext uri="{FF2B5EF4-FFF2-40B4-BE49-F238E27FC236}">
                <a16:creationId xmlns:a16="http://schemas.microsoft.com/office/drawing/2014/main" id="{23CB10DE-992C-9645-40E4-922A04F7FC4B}"/>
              </a:ext>
            </a:extLst>
          </p:cNvPr>
          <p:cNvSpPr txBox="1"/>
          <p:nvPr/>
        </p:nvSpPr>
        <p:spPr>
          <a:xfrm>
            <a:off x="2703529" y="5134157"/>
            <a:ext cx="2153449" cy="338554"/>
          </a:xfrm>
          <a:prstGeom prst="rect">
            <a:avLst/>
          </a:prstGeom>
          <a:noFill/>
        </p:spPr>
        <p:txBody>
          <a:bodyPr wrap="square">
            <a:spAutoFit/>
          </a:bodyPr>
          <a:lstStyle/>
          <a:p>
            <a:r>
              <a:rPr lang="en-US" sz="1600" b="1" dirty="0">
                <a:solidFill>
                  <a:srgbClr val="00B050"/>
                </a:solidFill>
              </a:rPr>
              <a:t>Green infrastructure</a:t>
            </a:r>
          </a:p>
        </p:txBody>
      </p:sp>
      <p:sp>
        <p:nvSpPr>
          <p:cNvPr id="20" name="TextBox 19">
            <a:extLst>
              <a:ext uri="{FF2B5EF4-FFF2-40B4-BE49-F238E27FC236}">
                <a16:creationId xmlns:a16="http://schemas.microsoft.com/office/drawing/2014/main" id="{CAAB840C-97C1-430F-C3DE-B9E230421DC8}"/>
              </a:ext>
            </a:extLst>
          </p:cNvPr>
          <p:cNvSpPr txBox="1"/>
          <p:nvPr/>
        </p:nvSpPr>
        <p:spPr>
          <a:xfrm>
            <a:off x="1393247" y="5943937"/>
            <a:ext cx="9395523" cy="523220"/>
          </a:xfrm>
          <a:prstGeom prst="rect">
            <a:avLst/>
          </a:prstGeom>
          <a:noFill/>
        </p:spPr>
        <p:txBody>
          <a:bodyPr wrap="square">
            <a:spAutoFit/>
          </a:bodyPr>
          <a:lstStyle/>
          <a:p>
            <a:pPr algn="ctr"/>
            <a:r>
              <a:rPr lang="en-US" sz="2800" b="1" dirty="0">
                <a:solidFill>
                  <a:srgbClr val="00B050"/>
                </a:solidFill>
              </a:rPr>
              <a:t>GI PLACE</a:t>
            </a:r>
            <a:r>
              <a:rPr lang="en-US" sz="2800" dirty="0">
                <a:solidFill>
                  <a:srgbClr val="00B050"/>
                </a:solidFill>
              </a:rPr>
              <a:t>: </a:t>
            </a:r>
            <a:r>
              <a:rPr lang="en-US" sz="2800" dirty="0">
                <a:solidFill>
                  <a:srgbClr val="FFC000"/>
                </a:solidFill>
              </a:rPr>
              <a:t>Geospatial method for BMPs placement </a:t>
            </a:r>
          </a:p>
        </p:txBody>
      </p:sp>
      <p:sp>
        <p:nvSpPr>
          <p:cNvPr id="21" name="TextBox 20">
            <a:extLst>
              <a:ext uri="{FF2B5EF4-FFF2-40B4-BE49-F238E27FC236}">
                <a16:creationId xmlns:a16="http://schemas.microsoft.com/office/drawing/2014/main" id="{1290AC56-5C6D-A457-3C9A-33A66FE11896}"/>
              </a:ext>
            </a:extLst>
          </p:cNvPr>
          <p:cNvSpPr txBox="1"/>
          <p:nvPr/>
        </p:nvSpPr>
        <p:spPr>
          <a:xfrm>
            <a:off x="10115550" y="6529232"/>
            <a:ext cx="1876426" cy="246221"/>
          </a:xfrm>
          <a:prstGeom prst="rect">
            <a:avLst/>
          </a:prstGeom>
          <a:noFill/>
        </p:spPr>
        <p:txBody>
          <a:bodyPr wrap="square" rtlCol="0">
            <a:spAutoFit/>
          </a:bodyPr>
          <a:lstStyle/>
          <a:p>
            <a:r>
              <a:rPr lang="en-US" sz="1000" dirty="0"/>
              <a:t>ChatGPT generated icons</a:t>
            </a:r>
          </a:p>
        </p:txBody>
      </p:sp>
      <p:sp>
        <p:nvSpPr>
          <p:cNvPr id="3" name="TextBox 2">
            <a:extLst>
              <a:ext uri="{FF2B5EF4-FFF2-40B4-BE49-F238E27FC236}">
                <a16:creationId xmlns:a16="http://schemas.microsoft.com/office/drawing/2014/main" id="{AE7BA2D2-1322-3E99-51EB-ADE05DFD60F6}"/>
              </a:ext>
            </a:extLst>
          </p:cNvPr>
          <p:cNvSpPr txBox="1"/>
          <p:nvPr/>
        </p:nvSpPr>
        <p:spPr>
          <a:xfrm>
            <a:off x="569615" y="3416228"/>
            <a:ext cx="838828" cy="338554"/>
          </a:xfrm>
          <a:prstGeom prst="rect">
            <a:avLst/>
          </a:prstGeom>
          <a:noFill/>
        </p:spPr>
        <p:txBody>
          <a:bodyPr wrap="square">
            <a:spAutoFit/>
          </a:bodyPr>
          <a:lstStyle/>
          <a:p>
            <a:pPr algn="ctr"/>
            <a:r>
              <a:rPr lang="en-US" sz="1600" dirty="0"/>
              <a:t>Roof</a:t>
            </a:r>
          </a:p>
        </p:txBody>
      </p:sp>
      <p:sp>
        <p:nvSpPr>
          <p:cNvPr id="5" name="TextBox 4">
            <a:extLst>
              <a:ext uri="{FF2B5EF4-FFF2-40B4-BE49-F238E27FC236}">
                <a16:creationId xmlns:a16="http://schemas.microsoft.com/office/drawing/2014/main" id="{2945CAF9-07D6-0E5A-67CA-0864B22C9425}"/>
              </a:ext>
            </a:extLst>
          </p:cNvPr>
          <p:cNvSpPr txBox="1"/>
          <p:nvPr/>
        </p:nvSpPr>
        <p:spPr>
          <a:xfrm>
            <a:off x="1772599" y="3416228"/>
            <a:ext cx="1583358" cy="338554"/>
          </a:xfrm>
          <a:prstGeom prst="rect">
            <a:avLst/>
          </a:prstGeom>
          <a:noFill/>
        </p:spPr>
        <p:txBody>
          <a:bodyPr wrap="square">
            <a:spAutoFit/>
          </a:bodyPr>
          <a:lstStyle/>
          <a:p>
            <a:pPr algn="ctr"/>
            <a:r>
              <a:rPr lang="en-US" sz="1600" dirty="0"/>
              <a:t>Parking/Road</a:t>
            </a:r>
          </a:p>
        </p:txBody>
      </p:sp>
      <p:sp>
        <p:nvSpPr>
          <p:cNvPr id="7" name="TextBox 6">
            <a:extLst>
              <a:ext uri="{FF2B5EF4-FFF2-40B4-BE49-F238E27FC236}">
                <a16:creationId xmlns:a16="http://schemas.microsoft.com/office/drawing/2014/main" id="{EE94D1FA-0F5C-087A-98FF-135D6107999F}"/>
              </a:ext>
            </a:extLst>
          </p:cNvPr>
          <p:cNvSpPr txBox="1"/>
          <p:nvPr/>
        </p:nvSpPr>
        <p:spPr>
          <a:xfrm>
            <a:off x="3226427" y="3416228"/>
            <a:ext cx="1820521" cy="338554"/>
          </a:xfrm>
          <a:prstGeom prst="rect">
            <a:avLst/>
          </a:prstGeom>
          <a:noFill/>
        </p:spPr>
        <p:txBody>
          <a:bodyPr wrap="square">
            <a:spAutoFit/>
          </a:bodyPr>
          <a:lstStyle/>
          <a:p>
            <a:pPr algn="ctr"/>
            <a:r>
              <a:rPr lang="en-US" sz="1600" dirty="0"/>
              <a:t>Pervious Surface</a:t>
            </a:r>
          </a:p>
        </p:txBody>
      </p:sp>
      <p:sp>
        <p:nvSpPr>
          <p:cNvPr id="9" name="Rectangle 8">
            <a:extLst>
              <a:ext uri="{FF2B5EF4-FFF2-40B4-BE49-F238E27FC236}">
                <a16:creationId xmlns:a16="http://schemas.microsoft.com/office/drawing/2014/main" id="{CE624EFD-828D-09A8-C438-E1EBA6A485E7}"/>
              </a:ext>
            </a:extLst>
          </p:cNvPr>
          <p:cNvSpPr/>
          <p:nvPr/>
        </p:nvSpPr>
        <p:spPr>
          <a:xfrm>
            <a:off x="1574636" y="2821942"/>
            <a:ext cx="395926" cy="4619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3E190AE-C569-969F-14F1-4C3502B69925}"/>
              </a:ext>
            </a:extLst>
          </p:cNvPr>
          <p:cNvSpPr/>
          <p:nvPr/>
        </p:nvSpPr>
        <p:spPr>
          <a:xfrm>
            <a:off x="3226427" y="2821942"/>
            <a:ext cx="289789" cy="4619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77CFF37-EF0A-7432-ABB6-5A5D2F2CF7F4}"/>
              </a:ext>
            </a:extLst>
          </p:cNvPr>
          <p:cNvSpPr txBox="1"/>
          <p:nvPr/>
        </p:nvSpPr>
        <p:spPr>
          <a:xfrm>
            <a:off x="906825" y="1651957"/>
            <a:ext cx="3314907" cy="369332"/>
          </a:xfrm>
          <a:prstGeom prst="rect">
            <a:avLst/>
          </a:prstGeom>
          <a:noFill/>
        </p:spPr>
        <p:txBody>
          <a:bodyPr wrap="square">
            <a:spAutoFit/>
          </a:bodyPr>
          <a:lstStyle/>
          <a:p>
            <a:pPr algn="ctr"/>
            <a:r>
              <a:rPr lang="en-US" b="1" dirty="0">
                <a:solidFill>
                  <a:srgbClr val="2E4673"/>
                </a:solidFill>
              </a:rPr>
              <a:t>Runoff Sources</a:t>
            </a:r>
          </a:p>
        </p:txBody>
      </p:sp>
      <p:sp>
        <p:nvSpPr>
          <p:cNvPr id="19" name="TextBox 18">
            <a:extLst>
              <a:ext uri="{FF2B5EF4-FFF2-40B4-BE49-F238E27FC236}">
                <a16:creationId xmlns:a16="http://schemas.microsoft.com/office/drawing/2014/main" id="{FCFC4762-84B2-D4FE-F5BF-5A7D2C0A0E82}"/>
              </a:ext>
            </a:extLst>
          </p:cNvPr>
          <p:cNvSpPr txBox="1"/>
          <p:nvPr/>
        </p:nvSpPr>
        <p:spPr>
          <a:xfrm>
            <a:off x="4856978" y="1651957"/>
            <a:ext cx="4411744" cy="369332"/>
          </a:xfrm>
          <a:prstGeom prst="rect">
            <a:avLst/>
          </a:prstGeom>
          <a:noFill/>
        </p:spPr>
        <p:txBody>
          <a:bodyPr wrap="square">
            <a:spAutoFit/>
          </a:bodyPr>
          <a:lstStyle/>
          <a:p>
            <a:pPr algn="ctr"/>
            <a:r>
              <a:rPr lang="en-US" b="1" dirty="0">
                <a:solidFill>
                  <a:srgbClr val="0F6621"/>
                </a:solidFill>
              </a:rPr>
              <a:t>Green Infrastructure (BMPs)</a:t>
            </a:r>
          </a:p>
        </p:txBody>
      </p:sp>
      <p:sp>
        <p:nvSpPr>
          <p:cNvPr id="22" name="TextBox 21">
            <a:extLst>
              <a:ext uri="{FF2B5EF4-FFF2-40B4-BE49-F238E27FC236}">
                <a16:creationId xmlns:a16="http://schemas.microsoft.com/office/drawing/2014/main" id="{E39497F1-13BA-15EC-472C-BDA256ED3E9E}"/>
              </a:ext>
            </a:extLst>
          </p:cNvPr>
          <p:cNvSpPr txBox="1"/>
          <p:nvPr/>
        </p:nvSpPr>
        <p:spPr>
          <a:xfrm>
            <a:off x="9403454" y="1651957"/>
            <a:ext cx="2414465" cy="369332"/>
          </a:xfrm>
          <a:prstGeom prst="rect">
            <a:avLst/>
          </a:prstGeom>
          <a:noFill/>
        </p:spPr>
        <p:txBody>
          <a:bodyPr wrap="square">
            <a:spAutoFit/>
          </a:bodyPr>
          <a:lstStyle/>
          <a:p>
            <a:pPr algn="ctr"/>
            <a:r>
              <a:rPr lang="en-US" b="1" dirty="0">
                <a:solidFill>
                  <a:srgbClr val="362768"/>
                </a:solidFill>
              </a:rPr>
              <a:t>Site conditions</a:t>
            </a:r>
            <a:endParaRPr lang="en-US" dirty="0">
              <a:solidFill>
                <a:srgbClr val="362768"/>
              </a:solidFill>
            </a:endParaRPr>
          </a:p>
        </p:txBody>
      </p:sp>
    </p:spTree>
    <p:extLst>
      <p:ext uri="{BB962C8B-B14F-4D97-AF65-F5344CB8AC3E}">
        <p14:creationId xmlns:p14="http://schemas.microsoft.com/office/powerpoint/2010/main" val="67038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0" grpId="0"/>
      <p:bldP spid="3" grpId="0"/>
      <p:bldP spid="5" grpId="0"/>
      <p:bldP spid="7" grpId="0"/>
      <p:bldP spid="13" grpId="0"/>
      <p:bldP spid="19"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98536-E21D-6309-8829-33B178182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FAEA0-2B61-EA11-0631-A3C64914317E}"/>
              </a:ext>
            </a:extLst>
          </p:cNvPr>
          <p:cNvSpPr>
            <a:spLocks noGrp="1"/>
          </p:cNvSpPr>
          <p:nvPr>
            <p:ph type="title"/>
          </p:nvPr>
        </p:nvSpPr>
        <p:spPr>
          <a:xfrm>
            <a:off x="838200" y="252582"/>
            <a:ext cx="10515600" cy="1325563"/>
          </a:xfrm>
        </p:spPr>
        <p:txBody>
          <a:bodyPr vert="horz" lIns="91440" tIns="45720" rIns="91440" bIns="45720" rtlCol="0" anchor="ctr">
            <a:normAutofit/>
          </a:bodyPr>
          <a:lstStyle/>
          <a:p>
            <a:r>
              <a:rPr lang="en-US" sz="4000" b="1" dirty="0">
                <a:solidFill>
                  <a:srgbClr val="3772A1"/>
                </a:solidFill>
                <a:latin typeface="Calibri Light" panose="020F0302020204030204" pitchFamily="34" charset="0"/>
                <a:cs typeface="Calibri Light" panose="020F0302020204030204" pitchFamily="34" charset="0"/>
              </a:rPr>
              <a:t>Turning GI PLACE method to interactive dashboard for green infrastructure planning</a:t>
            </a:r>
          </a:p>
        </p:txBody>
      </p:sp>
      <p:pic>
        <p:nvPicPr>
          <p:cNvPr id="26" name="Picture 25">
            <a:extLst>
              <a:ext uri="{FF2B5EF4-FFF2-40B4-BE49-F238E27FC236}">
                <a16:creationId xmlns:a16="http://schemas.microsoft.com/office/drawing/2014/main" id="{860F0D21-2507-727A-9E4C-8F6812E19150}"/>
              </a:ext>
            </a:extLst>
          </p:cNvPr>
          <p:cNvPicPr>
            <a:picLocks noChangeAspect="1"/>
          </p:cNvPicPr>
          <p:nvPr/>
        </p:nvPicPr>
        <p:blipFill>
          <a:blip r:embed="rId3"/>
          <a:stretch>
            <a:fillRect/>
          </a:stretch>
        </p:blipFill>
        <p:spPr>
          <a:xfrm>
            <a:off x="4004420" y="1576218"/>
            <a:ext cx="4202942" cy="5029200"/>
          </a:xfrm>
          <a:prstGeom prst="rect">
            <a:avLst/>
          </a:prstGeom>
        </p:spPr>
      </p:pic>
      <p:pic>
        <p:nvPicPr>
          <p:cNvPr id="46" name="Picture 45">
            <a:extLst>
              <a:ext uri="{FF2B5EF4-FFF2-40B4-BE49-F238E27FC236}">
                <a16:creationId xmlns:a16="http://schemas.microsoft.com/office/drawing/2014/main" id="{FF53A214-EDEE-CF21-DDD1-376890E98095}"/>
              </a:ext>
            </a:extLst>
          </p:cNvPr>
          <p:cNvPicPr>
            <a:picLocks noChangeAspect="1"/>
          </p:cNvPicPr>
          <p:nvPr/>
        </p:nvPicPr>
        <p:blipFill>
          <a:blip r:embed="rId4"/>
          <a:stretch>
            <a:fillRect/>
          </a:stretch>
        </p:blipFill>
        <p:spPr>
          <a:xfrm>
            <a:off x="1395281" y="1576218"/>
            <a:ext cx="2087143" cy="5029200"/>
          </a:xfrm>
          <a:prstGeom prst="rect">
            <a:avLst/>
          </a:prstGeom>
        </p:spPr>
      </p:pic>
      <p:pic>
        <p:nvPicPr>
          <p:cNvPr id="81" name="Picture 80">
            <a:extLst>
              <a:ext uri="{FF2B5EF4-FFF2-40B4-BE49-F238E27FC236}">
                <a16:creationId xmlns:a16="http://schemas.microsoft.com/office/drawing/2014/main" id="{B3FF4803-7BEB-FEAB-38F8-0C073F5C8FE7}"/>
              </a:ext>
            </a:extLst>
          </p:cNvPr>
          <p:cNvPicPr>
            <a:picLocks noChangeAspect="1"/>
          </p:cNvPicPr>
          <p:nvPr/>
        </p:nvPicPr>
        <p:blipFill>
          <a:blip r:embed="rId5"/>
          <a:stretch>
            <a:fillRect/>
          </a:stretch>
        </p:blipFill>
        <p:spPr>
          <a:xfrm>
            <a:off x="8729358" y="1576218"/>
            <a:ext cx="2182036" cy="5029200"/>
          </a:xfrm>
          <a:prstGeom prst="rect">
            <a:avLst/>
          </a:prstGeom>
        </p:spPr>
      </p:pic>
      <p:sp>
        <p:nvSpPr>
          <p:cNvPr id="82" name="Arrow: Right 81">
            <a:extLst>
              <a:ext uri="{FF2B5EF4-FFF2-40B4-BE49-F238E27FC236}">
                <a16:creationId xmlns:a16="http://schemas.microsoft.com/office/drawing/2014/main" id="{EA15B85D-B67D-166C-042C-5DD68E3C4C4C}"/>
              </a:ext>
            </a:extLst>
          </p:cNvPr>
          <p:cNvSpPr/>
          <p:nvPr/>
        </p:nvSpPr>
        <p:spPr>
          <a:xfrm>
            <a:off x="3476437" y="3927532"/>
            <a:ext cx="521996" cy="326572"/>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Arrow: Right 83">
            <a:extLst>
              <a:ext uri="{FF2B5EF4-FFF2-40B4-BE49-F238E27FC236}">
                <a16:creationId xmlns:a16="http://schemas.microsoft.com/office/drawing/2014/main" id="{493C60B0-8C2D-3D20-C54D-D30247A5CC47}"/>
              </a:ext>
            </a:extLst>
          </p:cNvPr>
          <p:cNvSpPr/>
          <p:nvPr/>
        </p:nvSpPr>
        <p:spPr>
          <a:xfrm>
            <a:off x="8201931" y="3927532"/>
            <a:ext cx="521996" cy="326572"/>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329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E1A2-4C12-C160-A422-05A614F52F2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F57099F-ACDB-7B49-1C8F-33FC4289404F}"/>
              </a:ext>
            </a:extLst>
          </p:cNvPr>
          <p:cNvSpPr txBox="1">
            <a:spLocks/>
          </p:cNvSpPr>
          <p:nvPr/>
        </p:nvSpPr>
        <p:spPr>
          <a:xfrm>
            <a:off x="375371" y="161141"/>
            <a:ext cx="11521735" cy="1325563"/>
          </a:xfrm>
          <a:prstGeom prst="rect">
            <a:avLst/>
          </a:prstGeom>
        </p:spPr>
        <p:txBody>
          <a:bodyPr vert="horz" lIns="91440" tIns="45720" rIns="91440" bIns="45720" rtlCol="0" anchor="ctr">
            <a:noAutofit/>
          </a:bodyPr>
          <a:lstStyle>
            <a:lvl1pPr>
              <a:lnSpc>
                <a:spcPct val="90000"/>
              </a:lnSpc>
              <a:spcBef>
                <a:spcPct val="0"/>
              </a:spcBef>
              <a:buNone/>
              <a:defRPr sz="4000" b="1">
                <a:solidFill>
                  <a:srgbClr val="00B050"/>
                </a:solidFill>
                <a:latin typeface="Calibri Light" panose="020F0302020204030204" pitchFamily="34" charset="0"/>
                <a:ea typeface="+mj-ea"/>
                <a:cs typeface="Calibri Light" panose="020F0302020204030204" pitchFamily="34" charset="0"/>
              </a:defRPr>
            </a:lvl1pPr>
          </a:lstStyle>
          <a:p>
            <a:pPr lvl="0">
              <a:lnSpc>
                <a:spcPct val="100000"/>
              </a:lnSpc>
              <a:spcBef>
                <a:spcPts val="0"/>
              </a:spcBef>
              <a:defRPr/>
            </a:pPr>
            <a:r>
              <a:rPr lang="en-US" sz="3200" dirty="0">
                <a:solidFill>
                  <a:srgbClr val="3772A1"/>
                </a:solidFill>
              </a:rPr>
              <a:t>AI-powered dashboard for site-specific green infrastructure planning: </a:t>
            </a:r>
            <a:r>
              <a:rPr lang="en-US" sz="3200" dirty="0"/>
              <a:t>User selects, GI PLACE calculates, the dashboard shows and AI explains</a:t>
            </a:r>
            <a:r>
              <a:rPr lang="en-US" sz="3200" dirty="0">
                <a:solidFill>
                  <a:srgbClr val="3772A1"/>
                </a:solidFill>
              </a:rPr>
              <a:t> </a:t>
            </a:r>
          </a:p>
        </p:txBody>
      </p:sp>
      <p:pic>
        <p:nvPicPr>
          <p:cNvPr id="14" name="Picture 13">
            <a:extLst>
              <a:ext uri="{FF2B5EF4-FFF2-40B4-BE49-F238E27FC236}">
                <a16:creationId xmlns:a16="http://schemas.microsoft.com/office/drawing/2014/main" id="{C3CCED54-35CB-0E64-95B1-6BCB0A82B770}"/>
              </a:ext>
            </a:extLst>
          </p:cNvPr>
          <p:cNvPicPr>
            <a:picLocks noChangeAspect="1"/>
          </p:cNvPicPr>
          <p:nvPr/>
        </p:nvPicPr>
        <p:blipFill>
          <a:blip r:embed="rId3"/>
          <a:srcRect r="54002"/>
          <a:stretch>
            <a:fillRect/>
          </a:stretch>
        </p:blipFill>
        <p:spPr>
          <a:xfrm>
            <a:off x="2566036" y="1469262"/>
            <a:ext cx="3196589" cy="5212080"/>
          </a:xfrm>
          <a:prstGeom prst="rect">
            <a:avLst/>
          </a:prstGeom>
        </p:spPr>
      </p:pic>
      <p:pic>
        <p:nvPicPr>
          <p:cNvPr id="18" name="Picture 17">
            <a:extLst>
              <a:ext uri="{FF2B5EF4-FFF2-40B4-BE49-F238E27FC236}">
                <a16:creationId xmlns:a16="http://schemas.microsoft.com/office/drawing/2014/main" id="{E847F5D6-B7B4-0321-5AD5-38D01F0078C6}"/>
              </a:ext>
            </a:extLst>
          </p:cNvPr>
          <p:cNvPicPr>
            <a:picLocks noChangeAspect="1"/>
          </p:cNvPicPr>
          <p:nvPr/>
        </p:nvPicPr>
        <p:blipFill>
          <a:blip r:embed="rId3"/>
          <a:srcRect l="45477"/>
          <a:stretch>
            <a:fillRect/>
          </a:stretch>
        </p:blipFill>
        <p:spPr>
          <a:xfrm>
            <a:off x="5762625" y="1466553"/>
            <a:ext cx="3789046" cy="5212080"/>
          </a:xfrm>
          <a:prstGeom prst="rect">
            <a:avLst/>
          </a:prstGeom>
        </p:spPr>
      </p:pic>
      <p:sp>
        <p:nvSpPr>
          <p:cNvPr id="20" name="TextBox 19">
            <a:extLst>
              <a:ext uri="{FF2B5EF4-FFF2-40B4-BE49-F238E27FC236}">
                <a16:creationId xmlns:a16="http://schemas.microsoft.com/office/drawing/2014/main" id="{45028960-C4F6-1D05-A495-79662B8DD537}"/>
              </a:ext>
            </a:extLst>
          </p:cNvPr>
          <p:cNvSpPr txBox="1"/>
          <p:nvPr/>
        </p:nvSpPr>
        <p:spPr>
          <a:xfrm>
            <a:off x="9391650" y="6540133"/>
            <a:ext cx="2743200" cy="276999"/>
          </a:xfrm>
          <a:prstGeom prst="rect">
            <a:avLst/>
          </a:prstGeom>
          <a:noFill/>
        </p:spPr>
        <p:txBody>
          <a:bodyPr wrap="square" rtlCol="0">
            <a:spAutoFit/>
          </a:bodyPr>
          <a:lstStyle/>
          <a:p>
            <a:r>
              <a:rPr lang="en-US" sz="1200" dirty="0"/>
              <a:t>Instructed ChatGPT generated image</a:t>
            </a:r>
          </a:p>
        </p:txBody>
      </p:sp>
    </p:spTree>
    <p:extLst>
      <p:ext uri="{BB962C8B-B14F-4D97-AF65-F5344CB8AC3E}">
        <p14:creationId xmlns:p14="http://schemas.microsoft.com/office/powerpoint/2010/main" val="2080916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2FDD7-6A86-2144-F904-1B4A86FE1BC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D0C521C-DEA1-A7F1-27DA-63739F3510AA}"/>
              </a:ext>
            </a:extLst>
          </p:cNvPr>
          <p:cNvSpPr txBox="1">
            <a:spLocks/>
          </p:cNvSpPr>
          <p:nvPr/>
        </p:nvSpPr>
        <p:spPr>
          <a:xfrm>
            <a:off x="613115" y="252581"/>
            <a:ext cx="11404713" cy="1325563"/>
          </a:xfrm>
          <a:prstGeom prst="rect">
            <a:avLst/>
          </a:prstGeom>
        </p:spPr>
        <p:txBody>
          <a:bodyPr vert="horz" lIns="91440" tIns="45720" rIns="91440" bIns="45720" rtlCol="0" anchor="ctr">
            <a:noAutofit/>
          </a:bodyPr>
          <a:lstStyle>
            <a:lvl1pPr>
              <a:lnSpc>
                <a:spcPct val="90000"/>
              </a:lnSpc>
              <a:spcBef>
                <a:spcPct val="0"/>
              </a:spcBef>
              <a:buNone/>
              <a:defRPr sz="4000" b="1">
                <a:solidFill>
                  <a:srgbClr val="00B050"/>
                </a:solidFill>
                <a:latin typeface="Calibri Light" panose="020F0302020204030204" pitchFamily="34" charset="0"/>
                <a:ea typeface="+mj-ea"/>
                <a:cs typeface="Calibri Light" panose="020F0302020204030204" pitchFamily="34" charset="0"/>
              </a:defRPr>
            </a:lvl1pPr>
          </a:lstStyle>
          <a:p>
            <a:r>
              <a:rPr lang="en-US" sz="3200" dirty="0">
                <a:solidFill>
                  <a:srgbClr val="3772A1"/>
                </a:solidFill>
              </a:rPr>
              <a:t>Project 2: Integrating bathtub inundation modeling and LLMs for coastal flood screening in South Florida</a:t>
            </a:r>
          </a:p>
        </p:txBody>
      </p:sp>
      <p:pic>
        <p:nvPicPr>
          <p:cNvPr id="4" name="Picture 3">
            <a:extLst>
              <a:ext uri="{FF2B5EF4-FFF2-40B4-BE49-F238E27FC236}">
                <a16:creationId xmlns:a16="http://schemas.microsoft.com/office/drawing/2014/main" id="{6C8E641C-0BB0-4ADD-2D5F-34F7DBD3E901}"/>
              </a:ext>
            </a:extLst>
          </p:cNvPr>
          <p:cNvPicPr>
            <a:picLocks noChangeAspect="1"/>
          </p:cNvPicPr>
          <p:nvPr/>
        </p:nvPicPr>
        <p:blipFill>
          <a:blip r:embed="rId3"/>
          <a:stretch>
            <a:fillRect/>
          </a:stretch>
        </p:blipFill>
        <p:spPr>
          <a:xfrm>
            <a:off x="960682" y="1530519"/>
            <a:ext cx="10500027" cy="5038229"/>
          </a:xfrm>
          <a:prstGeom prst="rect">
            <a:avLst/>
          </a:prstGeom>
        </p:spPr>
      </p:pic>
    </p:spTree>
    <p:extLst>
      <p:ext uri="{BB962C8B-B14F-4D97-AF65-F5344CB8AC3E}">
        <p14:creationId xmlns:p14="http://schemas.microsoft.com/office/powerpoint/2010/main" val="1146919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49D9A-31E6-F6A8-ECD2-2D432429938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856AA38-98DD-7E44-EBC1-EF50EB7AE556}"/>
              </a:ext>
            </a:extLst>
          </p:cNvPr>
          <p:cNvSpPr txBox="1">
            <a:spLocks/>
          </p:cNvSpPr>
          <p:nvPr/>
        </p:nvSpPr>
        <p:spPr>
          <a:xfrm>
            <a:off x="613115" y="252581"/>
            <a:ext cx="11404713" cy="1325563"/>
          </a:xfrm>
          <a:prstGeom prst="rect">
            <a:avLst/>
          </a:prstGeom>
        </p:spPr>
        <p:txBody>
          <a:bodyPr vert="horz" lIns="91440" tIns="45720" rIns="91440" bIns="45720" rtlCol="0" anchor="ctr">
            <a:noAutofit/>
          </a:bodyPr>
          <a:lstStyle>
            <a:lvl1pPr>
              <a:lnSpc>
                <a:spcPct val="90000"/>
              </a:lnSpc>
              <a:spcBef>
                <a:spcPct val="0"/>
              </a:spcBef>
              <a:buNone/>
              <a:defRPr sz="4000" b="1">
                <a:solidFill>
                  <a:srgbClr val="00B050"/>
                </a:solidFill>
                <a:latin typeface="Calibri Light" panose="020F0302020204030204" pitchFamily="34" charset="0"/>
                <a:ea typeface="+mj-ea"/>
                <a:cs typeface="Calibri Light" panose="020F0302020204030204" pitchFamily="34" charset="0"/>
              </a:defRPr>
            </a:lvl1pPr>
          </a:lstStyle>
          <a:p>
            <a:r>
              <a:rPr lang="en-US" sz="3200" dirty="0">
                <a:solidFill>
                  <a:srgbClr val="3772A1"/>
                </a:solidFill>
              </a:rPr>
              <a:t>Project 3: Machine learning for analysis of nutrient loading mitigation to reduce red tide task</a:t>
            </a:r>
          </a:p>
        </p:txBody>
      </p:sp>
      <p:pic>
        <p:nvPicPr>
          <p:cNvPr id="3" name="Picture 2">
            <a:extLst>
              <a:ext uri="{FF2B5EF4-FFF2-40B4-BE49-F238E27FC236}">
                <a16:creationId xmlns:a16="http://schemas.microsoft.com/office/drawing/2014/main" id="{DF432765-2F85-7694-370F-C52DC6F2A525}"/>
              </a:ext>
            </a:extLst>
          </p:cNvPr>
          <p:cNvPicPr>
            <a:picLocks noChangeAspect="1"/>
          </p:cNvPicPr>
          <p:nvPr/>
        </p:nvPicPr>
        <p:blipFill>
          <a:blip r:embed="rId3"/>
          <a:srcRect b="67706"/>
          <a:stretch>
            <a:fillRect/>
          </a:stretch>
        </p:blipFill>
        <p:spPr>
          <a:xfrm>
            <a:off x="852628" y="1578144"/>
            <a:ext cx="10486743" cy="3974931"/>
          </a:xfrm>
          <a:prstGeom prst="rect">
            <a:avLst/>
          </a:prstGeom>
        </p:spPr>
      </p:pic>
      <p:pic>
        <p:nvPicPr>
          <p:cNvPr id="8" name="Picture 7">
            <a:extLst>
              <a:ext uri="{FF2B5EF4-FFF2-40B4-BE49-F238E27FC236}">
                <a16:creationId xmlns:a16="http://schemas.microsoft.com/office/drawing/2014/main" id="{A62531F7-9FA5-0D89-CB24-614D0B00331A}"/>
              </a:ext>
            </a:extLst>
          </p:cNvPr>
          <p:cNvPicPr>
            <a:picLocks noChangeAspect="1"/>
          </p:cNvPicPr>
          <p:nvPr/>
        </p:nvPicPr>
        <p:blipFill>
          <a:blip r:embed="rId4"/>
          <a:srcRect t="15912" b="12851"/>
          <a:stretch>
            <a:fillRect/>
          </a:stretch>
        </p:blipFill>
        <p:spPr>
          <a:xfrm>
            <a:off x="6920014" y="5658829"/>
            <a:ext cx="3524250" cy="1122972"/>
          </a:xfrm>
          <a:prstGeom prst="rect">
            <a:avLst/>
          </a:prstGeom>
        </p:spPr>
      </p:pic>
      <p:pic>
        <p:nvPicPr>
          <p:cNvPr id="4" name="Picture 3">
            <a:extLst>
              <a:ext uri="{FF2B5EF4-FFF2-40B4-BE49-F238E27FC236}">
                <a16:creationId xmlns:a16="http://schemas.microsoft.com/office/drawing/2014/main" id="{43925BD9-C232-B84F-D483-F2C9E74D9D96}"/>
              </a:ext>
            </a:extLst>
          </p:cNvPr>
          <p:cNvPicPr>
            <a:picLocks noChangeAspect="1"/>
          </p:cNvPicPr>
          <p:nvPr/>
        </p:nvPicPr>
        <p:blipFill>
          <a:blip r:embed="rId5"/>
          <a:stretch>
            <a:fillRect/>
          </a:stretch>
        </p:blipFill>
        <p:spPr>
          <a:xfrm>
            <a:off x="10592030" y="5763115"/>
            <a:ext cx="914400" cy="914400"/>
          </a:xfrm>
          <a:prstGeom prst="rect">
            <a:avLst/>
          </a:prstGeom>
        </p:spPr>
      </p:pic>
    </p:spTree>
    <p:extLst>
      <p:ext uri="{BB962C8B-B14F-4D97-AF65-F5344CB8AC3E}">
        <p14:creationId xmlns:p14="http://schemas.microsoft.com/office/powerpoint/2010/main" val="984308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B3A0B-BAA8-0AAD-5CF2-59A71E316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D093E-54B8-D3D3-3991-AD4A8829D71F}"/>
              </a:ext>
            </a:extLst>
          </p:cNvPr>
          <p:cNvSpPr>
            <a:spLocks noGrp="1"/>
          </p:cNvSpPr>
          <p:nvPr>
            <p:ph type="title"/>
          </p:nvPr>
        </p:nvSpPr>
        <p:spPr/>
        <p:txBody>
          <a:bodyPr/>
          <a:lstStyle/>
          <a:p>
            <a:r>
              <a:rPr lang="en-US" b="1" dirty="0">
                <a:solidFill>
                  <a:srgbClr val="3772A1"/>
                </a:solidFill>
                <a:latin typeface="Calibri Light" panose="020F0302020204030204" pitchFamily="34" charset="0"/>
                <a:cs typeface="Calibri Light" panose="020F0302020204030204" pitchFamily="34" charset="0"/>
              </a:rPr>
              <a:t>Project support </a:t>
            </a:r>
          </a:p>
        </p:txBody>
      </p:sp>
      <p:sp>
        <p:nvSpPr>
          <p:cNvPr id="3" name="Content Placeholder 2">
            <a:extLst>
              <a:ext uri="{FF2B5EF4-FFF2-40B4-BE49-F238E27FC236}">
                <a16:creationId xmlns:a16="http://schemas.microsoft.com/office/drawing/2014/main" id="{65254005-5E7E-F2C1-30DC-14BD45CD74F4}"/>
              </a:ext>
            </a:extLst>
          </p:cNvPr>
          <p:cNvSpPr>
            <a:spLocks noGrp="1"/>
          </p:cNvSpPr>
          <p:nvPr>
            <p:ph idx="1"/>
          </p:nvPr>
        </p:nvSpPr>
        <p:spPr>
          <a:xfrm>
            <a:off x="838200" y="1769063"/>
            <a:ext cx="10515600" cy="4351338"/>
          </a:xfrm>
        </p:spPr>
        <p:txBody>
          <a:bodyPr/>
          <a:lstStyle/>
          <a:p>
            <a:r>
              <a:rPr lang="en-US" dirty="0"/>
              <a:t>Provide project datasets and guidance on Python packages</a:t>
            </a:r>
          </a:p>
          <a:p>
            <a:r>
              <a:rPr lang="en-US" dirty="0"/>
              <a:t>Assist with the design of web-based UI</a:t>
            </a:r>
          </a:p>
          <a:p>
            <a:r>
              <a:rPr lang="en-US" dirty="0"/>
              <a:t>Manuscript mentorship for high-quality peer-reviewed publication</a:t>
            </a:r>
          </a:p>
          <a:p>
            <a:r>
              <a:rPr lang="en-US" dirty="0"/>
              <a:t>Cover open-access publication fees</a:t>
            </a:r>
          </a:p>
          <a:p>
            <a:r>
              <a:rPr lang="en-US" dirty="0"/>
              <a:t>Provide full travel support for 1 student (or 2 going together) to present at a national conference (e.g., AGU Fall Meeting, San Francisco)</a:t>
            </a:r>
          </a:p>
          <a:p>
            <a:r>
              <a:rPr lang="en-US" dirty="0"/>
              <a:t>Service-learning hours </a:t>
            </a:r>
          </a:p>
          <a:p>
            <a:r>
              <a:rPr lang="en-US" dirty="0"/>
              <a:t>Collaborative teamwork through the project</a:t>
            </a:r>
          </a:p>
        </p:txBody>
      </p:sp>
    </p:spTree>
    <p:extLst>
      <p:ext uri="{BB962C8B-B14F-4D97-AF65-F5344CB8AC3E}">
        <p14:creationId xmlns:p14="http://schemas.microsoft.com/office/powerpoint/2010/main" val="2303717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125D8-3C7A-9BCD-93FC-AC567C10DF7C}"/>
            </a:ext>
          </a:extLst>
        </p:cNvPr>
        <p:cNvGrpSpPr/>
        <p:nvPr/>
      </p:nvGrpSpPr>
      <p:grpSpPr>
        <a:xfrm>
          <a:off x="0" y="0"/>
          <a:ext cx="0" cy="0"/>
          <a:chOff x="0" y="0"/>
          <a:chExt cx="0" cy="0"/>
        </a:xfrm>
      </p:grpSpPr>
      <p:sp>
        <p:nvSpPr>
          <p:cNvPr id="21" name="TextBox 20">
            <a:extLst>
              <a:ext uri="{FF2B5EF4-FFF2-40B4-BE49-F238E27FC236}">
                <a16:creationId xmlns:a16="http://schemas.microsoft.com/office/drawing/2014/main" id="{37908239-CFE3-91E2-2D2F-E60EF9FEC611}"/>
              </a:ext>
            </a:extLst>
          </p:cNvPr>
          <p:cNvSpPr txBox="1"/>
          <p:nvPr/>
        </p:nvSpPr>
        <p:spPr>
          <a:xfrm>
            <a:off x="875908" y="1415910"/>
            <a:ext cx="6466861"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3772A1"/>
                </a:solidFill>
                <a:effectLst/>
                <a:uLnTx/>
                <a:uFillTx/>
                <a:latin typeface="Calibri" panose="020F0502020204030204"/>
                <a:ea typeface="+mn-ea"/>
                <a:cs typeface="+mn-cs"/>
              </a:rPr>
              <a:t>CGN 4404/CGN 5716</a:t>
            </a:r>
            <a:r>
              <a:rPr lang="en-US" sz="2400" b="1" dirty="0">
                <a:solidFill>
                  <a:srgbClr val="3772A1"/>
                </a:solidFill>
                <a:latin typeface="Calibri" panose="020F0502020204030204"/>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Calibri" panose="020F0502020204030204"/>
                <a:ea typeface="+mn-ea"/>
                <a:cs typeface="+mn-cs"/>
              </a:rPr>
              <a:t>Environmental Data Science</a:t>
            </a:r>
          </a:p>
        </p:txBody>
      </p:sp>
      <p:pic>
        <p:nvPicPr>
          <p:cNvPr id="44" name="Picture 43">
            <a:extLst>
              <a:ext uri="{FF2B5EF4-FFF2-40B4-BE49-F238E27FC236}">
                <a16:creationId xmlns:a16="http://schemas.microsoft.com/office/drawing/2014/main" id="{BAEC3255-3B45-38DE-158A-A1D0D0E6A22D}"/>
              </a:ext>
            </a:extLst>
          </p:cNvPr>
          <p:cNvPicPr>
            <a:picLocks noChangeAspect="1"/>
          </p:cNvPicPr>
          <p:nvPr/>
        </p:nvPicPr>
        <p:blipFill>
          <a:blip r:embed="rId3"/>
          <a:stretch>
            <a:fillRect/>
          </a:stretch>
        </p:blipFill>
        <p:spPr>
          <a:xfrm>
            <a:off x="838912" y="2269028"/>
            <a:ext cx="6342397" cy="4188500"/>
          </a:xfrm>
          <a:prstGeom prst="rect">
            <a:avLst/>
          </a:prstGeom>
        </p:spPr>
      </p:pic>
      <p:sp>
        <p:nvSpPr>
          <p:cNvPr id="5" name="Title 1">
            <a:extLst>
              <a:ext uri="{FF2B5EF4-FFF2-40B4-BE49-F238E27FC236}">
                <a16:creationId xmlns:a16="http://schemas.microsoft.com/office/drawing/2014/main" id="{8BB2D732-FAFE-DFFE-3DAD-536CA6DBCE95}"/>
              </a:ext>
            </a:extLst>
          </p:cNvPr>
          <p:cNvSpPr txBox="1">
            <a:spLocks/>
          </p:cNvSpPr>
          <p:nvPr/>
        </p:nvSpPr>
        <p:spPr>
          <a:xfrm>
            <a:off x="838200" y="27368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FF0000"/>
                </a:solidFill>
              </a:rPr>
              <a:t>Advertisement: </a:t>
            </a:r>
            <a:r>
              <a:rPr lang="en-US" b="1" dirty="0">
                <a:solidFill>
                  <a:srgbClr val="3772A1"/>
                </a:solidFill>
              </a:rPr>
              <a:t>LA Position for Spring 2026</a:t>
            </a:r>
          </a:p>
        </p:txBody>
      </p:sp>
      <p:sp>
        <p:nvSpPr>
          <p:cNvPr id="6" name="Title 5">
            <a:extLst>
              <a:ext uri="{FF2B5EF4-FFF2-40B4-BE49-F238E27FC236}">
                <a16:creationId xmlns:a16="http://schemas.microsoft.com/office/drawing/2014/main" id="{CABFE59D-C35D-19BF-A13C-EB5FFDB838C5}"/>
              </a:ext>
            </a:extLst>
          </p:cNvPr>
          <p:cNvSpPr>
            <a:spLocks noGrp="1"/>
          </p:cNvSpPr>
          <p:nvPr>
            <p:ph type="title"/>
          </p:nvPr>
        </p:nvSpPr>
        <p:spPr/>
        <p:txBody>
          <a:bodyPr/>
          <a:lstStyle/>
          <a:p>
            <a:endParaRPr lang="en-US"/>
          </a:p>
        </p:txBody>
      </p:sp>
      <p:grpSp>
        <p:nvGrpSpPr>
          <p:cNvPr id="11" name="Group 10">
            <a:extLst>
              <a:ext uri="{FF2B5EF4-FFF2-40B4-BE49-F238E27FC236}">
                <a16:creationId xmlns:a16="http://schemas.microsoft.com/office/drawing/2014/main" id="{ADCAA4CE-BB1F-C69B-A4CC-4B6227EFDA61}"/>
              </a:ext>
            </a:extLst>
          </p:cNvPr>
          <p:cNvGrpSpPr/>
          <p:nvPr/>
        </p:nvGrpSpPr>
        <p:grpSpPr>
          <a:xfrm>
            <a:off x="8162251" y="2641143"/>
            <a:ext cx="3275678" cy="3444270"/>
            <a:chOff x="8307443" y="2720439"/>
            <a:chExt cx="3275678" cy="3444270"/>
          </a:xfrm>
        </p:grpSpPr>
        <p:pic>
          <p:nvPicPr>
            <p:cNvPr id="8" name="Picture 7">
              <a:extLst>
                <a:ext uri="{FF2B5EF4-FFF2-40B4-BE49-F238E27FC236}">
                  <a16:creationId xmlns:a16="http://schemas.microsoft.com/office/drawing/2014/main" id="{6E40A1DB-E197-A8F4-39F3-591DD468DB38}"/>
                </a:ext>
              </a:extLst>
            </p:cNvPr>
            <p:cNvPicPr>
              <a:picLocks noChangeAspect="1"/>
            </p:cNvPicPr>
            <p:nvPr/>
          </p:nvPicPr>
          <p:blipFill>
            <a:blip r:embed="rId4"/>
            <a:stretch>
              <a:fillRect/>
            </a:stretch>
          </p:blipFill>
          <p:spPr>
            <a:xfrm>
              <a:off x="8307443" y="2720439"/>
              <a:ext cx="3275678" cy="3275678"/>
            </a:xfrm>
            <a:prstGeom prst="rect">
              <a:avLst/>
            </a:prstGeom>
          </p:spPr>
        </p:pic>
        <p:sp>
          <p:nvSpPr>
            <p:cNvPr id="10" name="Title 1">
              <a:extLst>
                <a:ext uri="{FF2B5EF4-FFF2-40B4-BE49-F238E27FC236}">
                  <a16:creationId xmlns:a16="http://schemas.microsoft.com/office/drawing/2014/main" id="{900B0BC3-9A05-A465-7B8C-47BBC94E21BF}"/>
                </a:ext>
              </a:extLst>
            </p:cNvPr>
            <p:cNvSpPr txBox="1">
              <a:spLocks/>
            </p:cNvSpPr>
            <p:nvPr/>
          </p:nvSpPr>
          <p:spPr>
            <a:xfrm>
              <a:off x="8307443" y="5827524"/>
              <a:ext cx="3275678" cy="337185"/>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b="1" kern="1200">
                  <a:solidFill>
                    <a:schemeClr val="accent5"/>
                  </a:solidFill>
                  <a:latin typeface="+mj-lt"/>
                  <a:ea typeface="+mj-ea"/>
                  <a:cs typeface="+mj-cs"/>
                </a:defRPr>
              </a:lvl1pPr>
            </a:lstStyle>
            <a:p>
              <a:pPr algn="ctr"/>
              <a:r>
                <a:rPr lang="en-US" sz="1500" b="0" dirty="0">
                  <a:solidFill>
                    <a:srgbClr val="0070C0"/>
                  </a:solidFill>
                </a:rPr>
                <a:t>Scan for slides and more information</a:t>
              </a:r>
            </a:p>
          </p:txBody>
        </p:sp>
      </p:grpSp>
    </p:spTree>
    <p:extLst>
      <p:ext uri="{BB962C8B-B14F-4D97-AF65-F5344CB8AC3E}">
        <p14:creationId xmlns:p14="http://schemas.microsoft.com/office/powerpoint/2010/main" val="393260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F9A53C39-4A6B-41BA-A227-FF1569CAF84A}"/>
              </a:ext>
            </a:extLst>
          </p:cNvPr>
          <p:cNvSpPr txBox="1">
            <a:spLocks/>
          </p:cNvSpPr>
          <p:nvPr/>
        </p:nvSpPr>
        <p:spPr>
          <a:xfrm>
            <a:off x="-11574" y="-95818"/>
            <a:ext cx="12207240" cy="3429000"/>
          </a:xfrm>
          <a:prstGeom prst="rect">
            <a:avLst/>
          </a:prstGeom>
          <a:solidFill>
            <a:srgbClr val="15306C"/>
          </a:solidFill>
        </p:spPr>
        <p:txBody>
          <a:bodyPr>
            <a:normAutofit/>
          </a:bodyPr>
          <a:lstStyle>
            <a:lvl1pPr marL="0" indent="0" algn="l" defTabSz="914400" rtl="0" eaLnBrk="1" latinLnBrk="0" hangingPunct="1">
              <a:lnSpc>
                <a:spcPct val="90000"/>
              </a:lnSpc>
              <a:spcBef>
                <a:spcPts val="1000"/>
              </a:spcBef>
              <a:buFontTx/>
              <a:buNone/>
              <a:defRPr sz="2800" kern="1200">
                <a:solidFill>
                  <a:schemeClr val="tx1"/>
                </a:solidFill>
                <a:latin typeface="+mn-lt"/>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	</a:t>
            </a:r>
          </a:p>
          <a:p>
            <a:pPr marL="0" marR="0" lvl="0" indent="0" algn="l" defTabSz="914400" rtl="0" eaLnBrk="1" fontAlgn="auto" latinLnBrk="0" hangingPunct="1">
              <a:lnSpc>
                <a:spcPct val="90000"/>
              </a:lnSpc>
              <a:spcBef>
                <a:spcPts val="100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400" b="0" i="0" u="none" strike="noStrike" kern="1200" cap="none" spc="0" normalizeH="0" baseline="0" noProof="0" dirty="0">
                <a:ln>
                  <a:noFill/>
                </a:ln>
                <a:solidFill>
                  <a:srgbClr val="F8751F"/>
                </a:solidFill>
                <a:effectLst/>
                <a:uLnTx/>
                <a:uFillTx/>
                <a:latin typeface="Calibri" panose="020F0502020204030204"/>
                <a:ea typeface="+mn-ea"/>
                <a:cs typeface="Arial" panose="020B0604020202020204" pitchFamily="34" charset="0"/>
              </a:rPr>
              <a:t>Questions?</a:t>
            </a:r>
          </a:p>
        </p:txBody>
      </p:sp>
      <p:sp>
        <p:nvSpPr>
          <p:cNvPr id="12" name="Title 3">
            <a:extLst>
              <a:ext uri="{FF2B5EF4-FFF2-40B4-BE49-F238E27FC236}">
                <a16:creationId xmlns:a16="http://schemas.microsoft.com/office/drawing/2014/main" id="{316FDD14-4090-4941-BAC5-2240631C01FC}"/>
              </a:ext>
            </a:extLst>
          </p:cNvPr>
          <p:cNvSpPr>
            <a:spLocks noGrp="1"/>
          </p:cNvSpPr>
          <p:nvPr>
            <p:ph type="title"/>
          </p:nvPr>
        </p:nvSpPr>
        <p:spPr>
          <a:xfrm>
            <a:off x="838199" y="513446"/>
            <a:ext cx="10853058" cy="1062232"/>
          </a:xfrm>
        </p:spPr>
        <p:txBody>
          <a:bodyPr>
            <a:noAutofit/>
          </a:bodyPr>
          <a:lstStyle/>
          <a:p>
            <a:pPr algn="ctr"/>
            <a:r>
              <a:rPr lang="en-US" sz="8000" dirty="0">
                <a:solidFill>
                  <a:srgbClr val="F8751F"/>
                </a:solidFill>
              </a:rPr>
              <a:t>Thank You</a:t>
            </a:r>
          </a:p>
        </p:txBody>
      </p:sp>
      <p:pic>
        <p:nvPicPr>
          <p:cNvPr id="2" name="Picture 1">
            <a:extLst>
              <a:ext uri="{FF2B5EF4-FFF2-40B4-BE49-F238E27FC236}">
                <a16:creationId xmlns:a16="http://schemas.microsoft.com/office/drawing/2014/main" id="{5189AFDF-EF0C-840D-F2FD-1DD03749DEE9}"/>
              </a:ext>
            </a:extLst>
          </p:cNvPr>
          <p:cNvPicPr>
            <a:picLocks noChangeAspect="1"/>
          </p:cNvPicPr>
          <p:nvPr/>
        </p:nvPicPr>
        <p:blipFill>
          <a:blip r:embed="rId3"/>
          <a:stretch>
            <a:fillRect/>
          </a:stretch>
        </p:blipFill>
        <p:spPr>
          <a:xfrm>
            <a:off x="148590" y="3333182"/>
            <a:ext cx="3275678" cy="3275678"/>
          </a:xfrm>
          <a:prstGeom prst="rect">
            <a:avLst/>
          </a:prstGeom>
        </p:spPr>
      </p:pic>
      <p:sp>
        <p:nvSpPr>
          <p:cNvPr id="3" name="Title 1">
            <a:extLst>
              <a:ext uri="{FF2B5EF4-FFF2-40B4-BE49-F238E27FC236}">
                <a16:creationId xmlns:a16="http://schemas.microsoft.com/office/drawing/2014/main" id="{C7B8A794-1987-D155-B4E8-2F0ED2CD060C}"/>
              </a:ext>
            </a:extLst>
          </p:cNvPr>
          <p:cNvSpPr txBox="1">
            <a:spLocks/>
          </p:cNvSpPr>
          <p:nvPr/>
        </p:nvSpPr>
        <p:spPr>
          <a:xfrm>
            <a:off x="308754" y="6415454"/>
            <a:ext cx="3275678" cy="337185"/>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800" b="1" kern="1200">
                <a:solidFill>
                  <a:schemeClr val="accent5"/>
                </a:solidFill>
                <a:latin typeface="+mj-lt"/>
                <a:ea typeface="+mj-ea"/>
                <a:cs typeface="+mj-cs"/>
              </a:defRPr>
            </a:lvl1pPr>
          </a:lstStyle>
          <a:p>
            <a:r>
              <a:rPr lang="en-US" sz="1600" b="0" dirty="0">
                <a:solidFill>
                  <a:srgbClr val="0070C0"/>
                </a:solidFill>
              </a:rPr>
              <a:t>Scan for slides and more information</a:t>
            </a:r>
          </a:p>
        </p:txBody>
      </p:sp>
      <p:sp>
        <p:nvSpPr>
          <p:cNvPr id="5" name="TextBox 4">
            <a:extLst>
              <a:ext uri="{FF2B5EF4-FFF2-40B4-BE49-F238E27FC236}">
                <a16:creationId xmlns:a16="http://schemas.microsoft.com/office/drawing/2014/main" id="{07498DC1-5EA4-932C-3E6D-31A84502B53E}"/>
              </a:ext>
            </a:extLst>
          </p:cNvPr>
          <p:cNvSpPr txBox="1"/>
          <p:nvPr/>
        </p:nvSpPr>
        <p:spPr>
          <a:xfrm>
            <a:off x="3424268" y="5885426"/>
            <a:ext cx="6103620" cy="461665"/>
          </a:xfrm>
          <a:prstGeom prst="rect">
            <a:avLst/>
          </a:prstGeom>
          <a:noFill/>
        </p:spPr>
        <p:txBody>
          <a:bodyPr wrap="square">
            <a:spAutoFit/>
          </a:bodyPr>
          <a:lstStyle/>
          <a:p>
            <a:r>
              <a:rPr lang="en-US" sz="2400" dirty="0">
                <a:hlinkClick r:id="rId4"/>
              </a:rPr>
              <a:t>https://aselshall.github.io/ads/ai</a:t>
            </a:r>
            <a:r>
              <a:rPr lang="en-US" sz="2400" dirty="0"/>
              <a:t> </a:t>
            </a:r>
          </a:p>
        </p:txBody>
      </p:sp>
    </p:spTree>
    <p:extLst>
      <p:ext uri="{BB962C8B-B14F-4D97-AF65-F5344CB8AC3E}">
        <p14:creationId xmlns:p14="http://schemas.microsoft.com/office/powerpoint/2010/main" val="164821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EADA034-8B76-40DD-BB15-5D338DA71F5E}">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56584EA2-3964-4AFD-9FE8-84F594B4CF5E}">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f7a5a4ef-4ffa-4c80-bfb3-c12e28872099}" enabled="0" method="" siteId="{f7a5a4ef-4ffa-4c80-bfb3-c12e28872099}" removed="1"/>
</clbl:labelList>
</file>

<file path=docProps/app.xml><?xml version="1.0" encoding="utf-8"?>
<Properties xmlns="http://schemas.openxmlformats.org/officeDocument/2006/extended-properties" xmlns:vt="http://schemas.openxmlformats.org/officeDocument/2006/docPropsVTypes">
  <TotalTime>32735</TotalTime>
  <Words>1341</Words>
  <Application>Microsoft Office PowerPoint</Application>
  <PresentationFormat>Widescreen</PresentationFormat>
  <Paragraphs>132</Paragraphs>
  <Slides>11</Slides>
  <Notes>11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Aptos</vt:lpstr>
      <vt:lpstr>Aptos Display</vt:lpstr>
      <vt:lpstr>Arial</vt:lpstr>
      <vt:lpstr>Calibri</vt:lpstr>
      <vt:lpstr>Calibri </vt:lpstr>
      <vt:lpstr>Calibri Light</vt:lpstr>
      <vt:lpstr>CIDFont+F4</vt:lpstr>
      <vt:lpstr>Office Theme</vt:lpstr>
      <vt:lpstr>2_Office Theme</vt:lpstr>
      <vt:lpstr>AI-Powered Dashboard for Green Infrastructure Siting in South Florida </vt:lpstr>
      <vt:lpstr>Nature-based Infrastructure for Enhancing Climate Resiliency of Groundwater Resources in South Florida</vt:lpstr>
      <vt:lpstr>PowerPoint Presentation</vt:lpstr>
      <vt:lpstr>Urban development increases stormwater runoff creating a need for effective green infrastructure planning</vt:lpstr>
      <vt:lpstr>Turning GI PLACE method to interactive dashboard for green infrastructure planning</vt:lpstr>
      <vt:lpstr>PowerPoint Presentation</vt:lpstr>
      <vt:lpstr>PowerPoint Presentation</vt:lpstr>
      <vt:lpstr>PowerPoint Presentation</vt:lpstr>
      <vt:lpstr>Project support </vt:lpstr>
      <vt:lpstr>PowerPoint Presentation</vt:lpstr>
      <vt:lpstr>Thank You</vt:lpstr>
    </vt:vector>
  </TitlesOfParts>
  <Company>Florida Gulf Coast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Gebremedhin, Mewcha Amha</dc:creator>
  <cp:lastModifiedBy>Elshall, Ahmed</cp:lastModifiedBy>
  <cp:revision>166</cp:revision>
  <dcterms:created xsi:type="dcterms:W3CDTF">2024-10-15T00:49:15Z</dcterms:created>
  <dcterms:modified xsi:type="dcterms:W3CDTF">2026-08-28T13:25:56Z</dcterms:modified>
</cp:coreProperties>
</file>